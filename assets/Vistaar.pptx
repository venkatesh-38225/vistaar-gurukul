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4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5.xml" ContentType="application/vnd.openxmlformats-officedocument.theme+xml"/>
  <Override PartName="/ppt/slideLayouts/slideLayout112.xml" ContentType="application/vnd.openxmlformats-officedocument.presentationml.slideLayout+xml"/>
  <Override PartName="/ppt/theme/theme6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  <p:sldMasterId id="2147483705" r:id="rId2"/>
    <p:sldMasterId id="2147483806" r:id="rId3"/>
    <p:sldMasterId id="2147483872" r:id="rId4"/>
    <p:sldMasterId id="2147483906" r:id="rId5"/>
    <p:sldMasterId id="2147484923" r:id="rId6"/>
    <p:sldMasterId id="2147485089" r:id="rId7"/>
  </p:sldMasterIdLst>
  <p:notesMasterIdLst>
    <p:notesMasterId r:id="rId16"/>
  </p:notesMasterIdLst>
  <p:handoutMasterIdLst>
    <p:handoutMasterId r:id="rId17"/>
  </p:handoutMasterIdLst>
  <p:sldIdLst>
    <p:sldId id="770" r:id="rId8"/>
    <p:sldId id="1230" r:id="rId9"/>
    <p:sldId id="1231" r:id="rId10"/>
    <p:sldId id="1241" r:id="rId11"/>
    <p:sldId id="1239" r:id="rId12"/>
    <p:sldId id="1246" r:id="rId13"/>
    <p:sldId id="1250" r:id="rId14"/>
    <p:sldId id="1235" r:id="rId15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2" clrIdx="0"/>
  <p:cmAuthor id="2" name="Krishnamurthy " initials="KM" lastIdx="5" clrIdx="1"/>
  <p:cmAuthor id="3" name="Windows User" initials="WU" lastIdx="3" clrIdx="2"/>
  <p:cmAuthor id="4" name="Ravinandan Venkatesh " initials="RV" lastIdx="1" clrIdx="3"/>
  <p:cmAuthor id="5" name="Sailesh Kasunur " initials="SK" lastIdx="8" clrIdx="4">
    <p:extLst>
      <p:ext uri="{19B8F6BF-5375-455C-9EA6-DF929625EA0E}">
        <p15:presenceInfo xmlns:p15="http://schemas.microsoft.com/office/powerpoint/2012/main" userId="S-1-5-21-504143789-2551143441-4293329707-851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C0DE"/>
    <a:srgbClr val="E2E25C"/>
    <a:srgbClr val="F38B3D"/>
    <a:srgbClr val="005AA9"/>
    <a:srgbClr val="4F81BD"/>
    <a:srgbClr val="AA8144"/>
    <a:srgbClr val="D0D8E8"/>
    <a:srgbClr val="FFFFCC"/>
    <a:srgbClr val="0000FF"/>
    <a:srgbClr val="0508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68" autoAdjust="0"/>
    <p:restoredTop sz="91358" autoAdjust="0"/>
  </p:normalViewPr>
  <p:slideViewPr>
    <p:cSldViewPr snapToGrid="0" snapToObjects="1" showGuides="1">
      <p:cViewPr varScale="1">
        <p:scale>
          <a:sx n="68" d="100"/>
          <a:sy n="68" d="100"/>
        </p:scale>
        <p:origin x="1074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3" d="100"/>
          <a:sy n="63" d="100"/>
        </p:scale>
        <p:origin x="321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0" cy="493315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7"/>
            <a:ext cx="2918830" cy="493315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172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0" cy="493315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3315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79696750-5D8B-6B4E-B2A7-4AD617715354}" type="datetime1">
              <a:rPr lang="en-US" smtClean="0"/>
              <a:pPr/>
              <a:t>10/16/2023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39775"/>
            <a:ext cx="6573837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502"/>
            <a:ext cx="5388610" cy="4439840"/>
          </a:xfrm>
          <a:prstGeom prst="rect">
            <a:avLst/>
          </a:prstGeom>
        </p:spPr>
        <p:txBody>
          <a:bodyPr vert="horz" lIns="93167" tIns="46584" rIns="93167" bIns="4658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7"/>
            <a:ext cx="2918830" cy="493315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4" y="9371287"/>
            <a:ext cx="2918830" cy="493315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EE7C7E9C-73AF-9946-8A90-76521004F6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889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bfa6ed624_2_12:notes"/>
          <p:cNvSpPr txBox="1">
            <a:spLocks noGrp="1"/>
          </p:cNvSpPr>
          <p:nvPr>
            <p:ph type="body" idx="1"/>
          </p:nvPr>
        </p:nvSpPr>
        <p:spPr>
          <a:xfrm>
            <a:off x="459853" y="6864622"/>
            <a:ext cx="3678821" cy="6503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7bfa6ed624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517775" y="1084263"/>
            <a:ext cx="9634538" cy="5419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5332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188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18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/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rgbClr val="647882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4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Grey">
    <p:bg>
      <p:bgPr>
        <a:solidFill>
          <a:srgbClr val="6478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444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18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55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-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3429000"/>
            <a:ext cx="6790267" cy="3429000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sz="180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975113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5139808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Sub-Heading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50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89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07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910669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805333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#3</a:t>
            </a: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#4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910669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#5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8805333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#6</a:t>
            </a:r>
          </a:p>
        </p:txBody>
      </p:sp>
    </p:spTree>
    <p:extLst>
      <p:ext uri="{BB962C8B-B14F-4D97-AF65-F5344CB8AC3E}">
        <p14:creationId xmlns:p14="http://schemas.microsoft.com/office/powerpoint/2010/main" val="158004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8"/>
            <a:ext cx="5249333" cy="4932025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299200" y="1193802"/>
            <a:ext cx="5283200" cy="49323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7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197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05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419100"/>
            <a:ext cx="11023600" cy="57531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34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4B1294F-4BEF-6146-85AE-25C1EC86D7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1092200"/>
            <a:ext cx="10972800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99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203247" y="1092200"/>
            <a:ext cx="5379156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09604" y="1092212"/>
            <a:ext cx="5373511" cy="23844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4" y="3660788"/>
            <a:ext cx="5373511" cy="2511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04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8652" y="4686300"/>
            <a:ext cx="3401483" cy="566738"/>
          </a:xfrm>
        </p:spPr>
        <p:txBody>
          <a:bodyPr anchor="ctr" anchorCtr="0"/>
          <a:lstStyle>
            <a:lvl1pPr algn="l">
              <a:defRPr sz="2000" b="1">
                <a:solidFill>
                  <a:srgbClr val="005AA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48652" y="5405438"/>
            <a:ext cx="340148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7315200" cy="5803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61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44111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411136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82465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8246536" y="406400"/>
            <a:ext cx="3369733" cy="3644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44111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82465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598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/>
          <p:cNvSpPr>
            <a:spLocks noGrp="1"/>
          </p:cNvSpPr>
          <p:nvPr>
            <p:ph type="chart" sz="quarter" idx="13"/>
          </p:nvPr>
        </p:nvSpPr>
        <p:spPr>
          <a:xfrm>
            <a:off x="4741333" y="1155703"/>
            <a:ext cx="6841067" cy="4970463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55703"/>
            <a:ext cx="3877733" cy="4970463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875557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8" y="1155700"/>
            <a:ext cx="10972799" cy="444500"/>
          </a:xfrm>
        </p:spPr>
        <p:txBody>
          <a:bodyPr/>
          <a:lstStyle>
            <a:lvl1pPr marL="0" indent="0">
              <a:buNone/>
              <a:defRPr sz="1401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609600" y="1752602"/>
            <a:ext cx="10972800" cy="4373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18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9"/>
            <a:ext cx="5283200" cy="2234862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6316133" y="1193800"/>
            <a:ext cx="5266267" cy="48387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74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3101754"/>
            <a:ext cx="5384800" cy="654499"/>
          </a:xfrm>
        </p:spPr>
        <p:txBody>
          <a:bodyPr anchor="ctr" anchorCtr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0CF9-B455-0F49-9FBF-357A8096B7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775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074660"/>
            <a:ext cx="5100797" cy="1116103"/>
          </a:xfrm>
        </p:spPr>
        <p:txBody>
          <a:bodyPr>
            <a:normAutofit/>
          </a:bodyPr>
          <a:lstStyle>
            <a:lvl1pPr algn="ctr">
              <a:defRPr sz="300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Monthly Review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863" y="1138147"/>
            <a:ext cx="3586180" cy="7620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096009" y="2288018"/>
            <a:ext cx="5101167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3507649" y="3290216"/>
            <a:ext cx="4431655" cy="2117"/>
          </a:xfrm>
          <a:prstGeom prst="line">
            <a:avLst/>
          </a:prstGeom>
          <a:ln w="3175">
            <a:solidFill>
              <a:srgbClr val="00AE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3961" y="1857694"/>
            <a:ext cx="2528027" cy="426757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6299572" y="3772423"/>
            <a:ext cx="5100797" cy="886806"/>
          </a:xfrm>
          <a:prstGeom prst="rect">
            <a:avLst/>
          </a:prstGeom>
        </p:spPr>
        <p:txBody>
          <a:bodyPr vert="horz" lIns="91440" tIns="45721" rIns="91440" bIns="45721" rtlCol="0" anchor="t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1" dirty="0">
                <a:solidFill>
                  <a:prstClr val="white"/>
                </a:solidFill>
              </a:rPr>
              <a:t>July’15</a:t>
            </a:r>
          </a:p>
        </p:txBody>
      </p:sp>
    </p:spTree>
    <p:extLst>
      <p:ext uri="{BB962C8B-B14F-4D97-AF65-F5344CB8AC3E}">
        <p14:creationId xmlns:p14="http://schemas.microsoft.com/office/powerpoint/2010/main" val="4006162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8" y="1155700"/>
            <a:ext cx="10972799" cy="444500"/>
          </a:xfrm>
        </p:spPr>
        <p:txBody>
          <a:bodyPr/>
          <a:lstStyle>
            <a:lvl1pPr marL="0" indent="0">
              <a:buNone/>
              <a:defRPr sz="1401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609600" y="1752602"/>
            <a:ext cx="10972800" cy="4373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15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813"/>
            <a:ext cx="8001000" cy="297180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81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14"/>
            <a:ext cx="1600200" cy="365125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4212" y="6172214"/>
            <a:ext cx="7543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5305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18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/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rgbClr val="647882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83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Grey">
    <p:bg>
      <p:bgPr>
        <a:solidFill>
          <a:srgbClr val="6478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444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18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50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-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3429000"/>
            <a:ext cx="6790267" cy="3429000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sz="180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975113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5139808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Sub-Heading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01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7130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4835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910669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805333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#3</a:t>
            </a: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#4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910669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#5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8805333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#6</a:t>
            </a:r>
          </a:p>
        </p:txBody>
      </p:sp>
    </p:spTree>
    <p:extLst>
      <p:ext uri="{BB962C8B-B14F-4D97-AF65-F5344CB8AC3E}">
        <p14:creationId xmlns:p14="http://schemas.microsoft.com/office/powerpoint/2010/main" val="37360849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8"/>
            <a:ext cx="5249333" cy="4932025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299200" y="1193802"/>
            <a:ext cx="5283200" cy="49323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258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197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809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419100"/>
            <a:ext cx="11023600" cy="57531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7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4B1294F-4BEF-6146-85AE-25C1EC86D7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1092200"/>
            <a:ext cx="10972800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9558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203247" y="1092200"/>
            <a:ext cx="5379156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09604" y="1092212"/>
            <a:ext cx="5373511" cy="23844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4" y="3660788"/>
            <a:ext cx="5373511" cy="2511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238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8652" y="4686300"/>
            <a:ext cx="3401483" cy="566738"/>
          </a:xfrm>
        </p:spPr>
        <p:txBody>
          <a:bodyPr anchor="ctr" anchorCtr="0"/>
          <a:lstStyle>
            <a:lvl1pPr algn="l">
              <a:defRPr sz="2000" b="1">
                <a:solidFill>
                  <a:srgbClr val="005AA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48652" y="5405438"/>
            <a:ext cx="340148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7315200" cy="5803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068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44111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411136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82465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8246536" y="406400"/>
            <a:ext cx="3369733" cy="3644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44111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82465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1823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18" name="Chart Placeholder 17"/>
          <p:cNvSpPr>
            <a:spLocks noGrp="1"/>
          </p:cNvSpPr>
          <p:nvPr>
            <p:ph type="chart" sz="quarter" idx="13"/>
          </p:nvPr>
        </p:nvSpPr>
        <p:spPr>
          <a:xfrm>
            <a:off x="4741333" y="1155703"/>
            <a:ext cx="6841067" cy="4970463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55703"/>
            <a:ext cx="3877733" cy="4970463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172740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8" y="1155700"/>
            <a:ext cx="10972799" cy="444500"/>
          </a:xfrm>
        </p:spPr>
        <p:txBody>
          <a:bodyPr/>
          <a:lstStyle>
            <a:lvl1pPr marL="0" indent="0">
              <a:buNone/>
              <a:defRPr sz="1401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609600" y="1752602"/>
            <a:ext cx="10972800" cy="4373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455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9"/>
            <a:ext cx="5283200" cy="2234862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6316133" y="1193800"/>
            <a:ext cx="5266267" cy="48387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459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3101754"/>
            <a:ext cx="5384800" cy="654499"/>
          </a:xfrm>
        </p:spPr>
        <p:txBody>
          <a:bodyPr anchor="ctr" anchorCtr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0CF9-B455-0F49-9FBF-357A8096B7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202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074660"/>
            <a:ext cx="5100797" cy="1116103"/>
          </a:xfrm>
        </p:spPr>
        <p:txBody>
          <a:bodyPr>
            <a:normAutofit/>
          </a:bodyPr>
          <a:lstStyle>
            <a:lvl1pPr algn="ctr">
              <a:defRPr sz="300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Monthly Review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863" y="1138147"/>
            <a:ext cx="3586180" cy="7620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096009" y="2288018"/>
            <a:ext cx="5101167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3507649" y="3290216"/>
            <a:ext cx="4431655" cy="2117"/>
          </a:xfrm>
          <a:prstGeom prst="line">
            <a:avLst/>
          </a:prstGeom>
          <a:ln w="3175">
            <a:solidFill>
              <a:srgbClr val="00AE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3961" y="1857694"/>
            <a:ext cx="2528027" cy="426757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6299572" y="3772423"/>
            <a:ext cx="5100797" cy="886806"/>
          </a:xfrm>
          <a:prstGeom prst="rect">
            <a:avLst/>
          </a:prstGeom>
        </p:spPr>
        <p:txBody>
          <a:bodyPr vert="horz" lIns="91440" tIns="45721" rIns="91440" bIns="45721" rtlCol="0" anchor="t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1" dirty="0">
                <a:solidFill>
                  <a:prstClr val="white"/>
                </a:solidFill>
              </a:rPr>
              <a:t>July’15</a:t>
            </a:r>
          </a:p>
        </p:txBody>
      </p:sp>
    </p:spTree>
    <p:extLst>
      <p:ext uri="{BB962C8B-B14F-4D97-AF65-F5344CB8AC3E}">
        <p14:creationId xmlns:p14="http://schemas.microsoft.com/office/powerpoint/2010/main" val="1610060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074664"/>
            <a:ext cx="5100797" cy="1116103"/>
          </a:xfrm>
        </p:spPr>
        <p:txBody>
          <a:bodyPr>
            <a:normAutofit/>
          </a:bodyPr>
          <a:lstStyle>
            <a:lvl1pPr algn="ctr">
              <a:defRPr sz="300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Monthly Review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863" y="1138147"/>
            <a:ext cx="3586180" cy="7620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096011" y="2288018"/>
            <a:ext cx="5101167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3507651" y="3290218"/>
            <a:ext cx="4431655" cy="2117"/>
          </a:xfrm>
          <a:prstGeom prst="line">
            <a:avLst/>
          </a:prstGeom>
          <a:ln w="3175">
            <a:solidFill>
              <a:srgbClr val="00AE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3961" y="1857694"/>
            <a:ext cx="2528027" cy="426757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6299572" y="3772423"/>
            <a:ext cx="5100797" cy="886806"/>
          </a:xfrm>
          <a:prstGeom prst="rect">
            <a:avLst/>
          </a:prstGeom>
        </p:spPr>
        <p:txBody>
          <a:bodyPr vert="horz" lIns="91440" tIns="45721" rIns="91440" bIns="45721" rtlCol="0" anchor="t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1" dirty="0">
                <a:solidFill>
                  <a:prstClr val="white"/>
                </a:solidFill>
              </a:rPr>
              <a:t>July’15</a:t>
            </a:r>
          </a:p>
        </p:txBody>
      </p:sp>
    </p:spTree>
    <p:extLst>
      <p:ext uri="{BB962C8B-B14F-4D97-AF65-F5344CB8AC3E}">
        <p14:creationId xmlns:p14="http://schemas.microsoft.com/office/powerpoint/2010/main" val="500180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22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/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rgbClr val="647882"/>
                </a:solidFill>
              </a:defRPr>
            </a:lvl1pPr>
            <a:lvl2pPr marL="45716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2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32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319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Grey">
    <p:bg>
      <p:bgPr>
        <a:solidFill>
          <a:srgbClr val="6478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444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22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6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2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32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Design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3601" y="6097072"/>
            <a:ext cx="1962307" cy="41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97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-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3429000"/>
            <a:ext cx="6790267" cy="3429000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sz="180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975117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5139812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66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2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32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Sub-Heading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61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0920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1010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910669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805333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#3</a:t>
            </a: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#4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910669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#5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8805333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#6</a:t>
            </a:r>
          </a:p>
        </p:txBody>
      </p:sp>
    </p:spTree>
    <p:extLst>
      <p:ext uri="{BB962C8B-B14F-4D97-AF65-F5344CB8AC3E}">
        <p14:creationId xmlns:p14="http://schemas.microsoft.com/office/powerpoint/2010/main" val="34171938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8"/>
            <a:ext cx="5249333" cy="4932025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299200" y="1193802"/>
            <a:ext cx="5283200" cy="49323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891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197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586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419100"/>
            <a:ext cx="11023600" cy="57531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525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4B1294F-4BEF-6146-85AE-25C1EC86D7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1092200"/>
            <a:ext cx="10972800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5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6257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203247" y="1092200"/>
            <a:ext cx="5379156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5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09604" y="1092216"/>
            <a:ext cx="5373511" cy="23844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4" y="3660792"/>
            <a:ext cx="5373511" cy="2511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657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8652" y="4686300"/>
            <a:ext cx="3401483" cy="566738"/>
          </a:xfrm>
        </p:spPr>
        <p:txBody>
          <a:bodyPr anchor="ctr" anchorCtr="0"/>
          <a:lstStyle>
            <a:lvl1pPr algn="l">
              <a:defRPr sz="2000" b="1">
                <a:solidFill>
                  <a:srgbClr val="005AA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48652" y="5405438"/>
            <a:ext cx="340148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66" indent="0">
              <a:buNone/>
              <a:defRPr sz="1200"/>
            </a:lvl2pPr>
            <a:lvl3pPr marL="914332" indent="0">
              <a:buNone/>
              <a:defRPr sz="1001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8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7315200" cy="5803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458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66" indent="0">
              <a:buNone/>
              <a:defRPr sz="1200"/>
            </a:lvl2pPr>
            <a:lvl3pPr marL="914332" indent="0">
              <a:buNone/>
              <a:defRPr sz="1001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8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44111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66" indent="0">
              <a:buNone/>
              <a:defRPr sz="1200"/>
            </a:lvl2pPr>
            <a:lvl3pPr marL="914332" indent="0">
              <a:buNone/>
              <a:defRPr sz="1001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8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411136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82465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66" indent="0">
              <a:buNone/>
              <a:defRPr sz="1200"/>
            </a:lvl2pPr>
            <a:lvl3pPr marL="914332" indent="0">
              <a:buNone/>
              <a:defRPr sz="1001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8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8246536" y="406400"/>
            <a:ext cx="3369733" cy="3644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44111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82465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6317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18" name="Chart Placeholder 17"/>
          <p:cNvSpPr>
            <a:spLocks noGrp="1"/>
          </p:cNvSpPr>
          <p:nvPr>
            <p:ph type="chart" sz="quarter" idx="13"/>
          </p:nvPr>
        </p:nvSpPr>
        <p:spPr>
          <a:xfrm>
            <a:off x="4741333" y="1155703"/>
            <a:ext cx="6841067" cy="4970463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5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55703"/>
            <a:ext cx="3877733" cy="4970463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493107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1" y="1155700"/>
            <a:ext cx="10972799" cy="444500"/>
          </a:xfrm>
        </p:spPr>
        <p:txBody>
          <a:bodyPr/>
          <a:lstStyle>
            <a:lvl1pPr marL="0" indent="0">
              <a:buNone/>
              <a:defRPr sz="1401">
                <a:solidFill>
                  <a:srgbClr val="647882"/>
                </a:solidFill>
              </a:defRPr>
            </a:lvl1pPr>
            <a:lvl2pPr marL="457166" indent="0">
              <a:buNone/>
              <a:defRPr sz="1200"/>
            </a:lvl2pPr>
            <a:lvl3pPr marL="914332" indent="0">
              <a:buNone/>
              <a:defRPr sz="1001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8" indent="0">
              <a:buNone/>
              <a:defRPr sz="900"/>
            </a:lvl6pPr>
            <a:lvl7pPr marL="2742994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5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609600" y="1752602"/>
            <a:ext cx="10972800" cy="4373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652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9"/>
            <a:ext cx="5283200" cy="2234862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6316133" y="1193800"/>
            <a:ext cx="5266267" cy="48387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062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3101754"/>
            <a:ext cx="5384800" cy="654499"/>
          </a:xfrm>
        </p:spPr>
        <p:txBody>
          <a:bodyPr anchor="ctr" anchorCtr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0CF9-B455-0F49-9FBF-357A8096B7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656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74688"/>
            <a:ext cx="12192000" cy="190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 dirty="0">
              <a:solidFill>
                <a:prstClr val="black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3531" y="8832"/>
            <a:ext cx="12000791" cy="681294"/>
          </a:xfrm>
        </p:spPr>
        <p:txBody>
          <a:bodyPr anchor="b">
            <a:normAutofit/>
          </a:bodyPr>
          <a:lstStyle>
            <a:lvl1pPr marL="0" algn="l" defTabSz="914332" rtl="0" eaLnBrk="1" latinLnBrk="0" hangingPunct="1">
              <a:lnSpc>
                <a:spcPct val="80000"/>
              </a:lnSpc>
              <a:defRPr lang="en-IN" sz="2300" b="1" kern="1200" dirty="0">
                <a:solidFill>
                  <a:srgbClr val="595959"/>
                </a:solidFill>
                <a:latin typeface="+mj-lt"/>
                <a:ea typeface="+mn-ea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226053" y="6600842"/>
            <a:ext cx="1075267" cy="2079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EEFC97A-ADEB-4372-9DE2-C67DA62D4F0D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60" y="6574570"/>
            <a:ext cx="1567101" cy="2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601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60" y="6574570"/>
            <a:ext cx="1567101" cy="2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9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>
              <a:solidFill>
                <a:prstClr val="white"/>
              </a:solidFill>
            </a:endParaRPr>
          </a:p>
        </p:txBody>
      </p:sp>
      <p:pic>
        <p:nvPicPr>
          <p:cNvPr id="3" name="Picture 96" descr="C:\Users\user\Desktop\logo.jpg"/>
          <p:cNvPicPr>
            <a:picLocks noChangeAspect="1" noChangeArrowheads="1"/>
          </p:cNvPicPr>
          <p:nvPr userDrawn="1"/>
        </p:nvPicPr>
        <p:blipFill>
          <a:blip r:embed="rId2" cstate="print"/>
          <a:srcRect l="15521" t="30789" r="14000" b="36536"/>
          <a:stretch>
            <a:fillRect/>
          </a:stretch>
        </p:blipFill>
        <p:spPr bwMode="auto">
          <a:xfrm>
            <a:off x="10533808" y="6574036"/>
            <a:ext cx="1219200" cy="258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591751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2"/>
          <p:cNvSpPr>
            <a:spLocks noChangeArrowheads="1"/>
          </p:cNvSpPr>
          <p:nvPr userDrawn="1"/>
        </p:nvSpPr>
        <p:spPr bwMode="auto">
          <a:xfrm>
            <a:off x="0" y="617538"/>
            <a:ext cx="11948584" cy="533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pPr algn="ctr" defTabSz="914354"/>
            <a:endParaRPr lang="en-IN" sz="1801">
              <a:solidFill>
                <a:srgbClr val="000000"/>
              </a:solidFill>
            </a:endParaRPr>
          </a:p>
        </p:txBody>
      </p:sp>
      <p:sp>
        <p:nvSpPr>
          <p:cNvPr id="3" name="Rectangle 62"/>
          <p:cNvSpPr>
            <a:spLocks noChangeArrowheads="1"/>
          </p:cNvSpPr>
          <p:nvPr userDrawn="1"/>
        </p:nvSpPr>
        <p:spPr bwMode="auto">
          <a:xfrm>
            <a:off x="12700" y="5967413"/>
            <a:ext cx="11948584" cy="7540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pPr algn="ctr" defTabSz="914354"/>
            <a:endParaRPr lang="en-IN" sz="1801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>
            <a:spLocks noChangeArrowheads="1"/>
          </p:cNvSpPr>
          <p:nvPr userDrawn="1"/>
        </p:nvSpPr>
        <p:spPr bwMode="auto">
          <a:xfrm>
            <a:off x="6449484" y="1778003"/>
            <a:ext cx="5892800" cy="2647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defTabSz="914354">
              <a:defRPr/>
            </a:pPr>
            <a:r>
              <a:rPr lang="en-US" sz="3600" b="1" dirty="0">
                <a:solidFill>
                  <a:prstClr val="black"/>
                </a:solidFill>
                <a:latin typeface="Garamond" pitchFamily="18" charset="0"/>
              </a:rPr>
              <a:t>Vistaar Finance</a:t>
            </a:r>
          </a:p>
          <a:p>
            <a:pPr algn="ctr" defTabSz="914354">
              <a:defRPr/>
            </a:pPr>
            <a:r>
              <a:rPr lang="en-US" sz="1600" b="1" dirty="0">
                <a:solidFill>
                  <a:srgbClr val="FF0000"/>
                </a:solidFill>
              </a:rPr>
              <a:t>Strictly Confidential</a:t>
            </a:r>
          </a:p>
          <a:p>
            <a:pPr algn="ctr" defTabSz="914354">
              <a:defRPr/>
            </a:pPr>
            <a:endParaRPr lang="en-US" sz="1801" b="1" dirty="0">
              <a:solidFill>
                <a:prstClr val="black"/>
              </a:solidFill>
              <a:latin typeface="Garamond" pitchFamily="18" charset="0"/>
            </a:endParaRPr>
          </a:p>
          <a:p>
            <a:pPr algn="ctr" defTabSz="914354">
              <a:defRPr/>
            </a:pPr>
            <a:endParaRPr lang="en-US" sz="1801" b="1" dirty="0">
              <a:solidFill>
                <a:prstClr val="black"/>
              </a:solidFill>
              <a:latin typeface="Garamond" pitchFamily="18" charset="0"/>
            </a:endParaRPr>
          </a:p>
          <a:p>
            <a:pPr algn="ctr" defTabSz="914354">
              <a:defRPr/>
            </a:pPr>
            <a:endParaRPr lang="en-US" sz="2400" b="1" dirty="0">
              <a:solidFill>
                <a:srgbClr val="8064A2">
                  <a:lumMod val="50000"/>
                </a:srgbClr>
              </a:solidFill>
              <a:latin typeface="Garamond" pitchFamily="18" charset="0"/>
            </a:endParaRPr>
          </a:p>
          <a:p>
            <a:pPr algn="ctr" defTabSz="914354">
              <a:defRPr/>
            </a:pPr>
            <a:r>
              <a:rPr lang="en-US" sz="3001" b="1" dirty="0">
                <a:solidFill>
                  <a:srgbClr val="8064A2">
                    <a:lumMod val="50000"/>
                  </a:srgbClr>
                </a:solidFill>
                <a:latin typeface="Garamond" pitchFamily="18" charset="0"/>
              </a:rPr>
              <a:t>Corporate Presentation</a:t>
            </a:r>
          </a:p>
          <a:p>
            <a:pPr algn="ctr" defTabSz="914354">
              <a:defRPr/>
            </a:pPr>
            <a:endParaRPr lang="en-GB" sz="2400" b="1" dirty="0">
              <a:solidFill>
                <a:prstClr val="black"/>
              </a:solidFill>
              <a:latin typeface="Garamond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11" y="6267456"/>
            <a:ext cx="6889751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9pPr>
          </a:lstStyle>
          <a:p>
            <a:pPr algn="ctr" defTabSz="914354" eaLnBrk="1" hangingPunct="1">
              <a:defRPr/>
            </a:pPr>
            <a:r>
              <a:rPr lang="en-US" sz="1600" dirty="0">
                <a:solidFill>
                  <a:prstClr val="white"/>
                </a:solidFill>
              </a:rPr>
              <a:t>Vistaar Financial Services Private Limited</a:t>
            </a:r>
            <a:endParaRPr lang="en-IN" sz="1600" dirty="0">
              <a:solidFill>
                <a:prstClr val="white"/>
              </a:solidFill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3" y="1858963"/>
            <a:ext cx="6119284" cy="34464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6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354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6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354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C6244-3839-4E8E-9449-8BED716EDF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651" y="617538"/>
            <a:ext cx="2949196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7010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4688"/>
            <a:ext cx="12192000" cy="190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>
              <a:solidFill>
                <a:prstClr val="black"/>
              </a:solidFill>
            </a:endParaRPr>
          </a:p>
        </p:txBody>
      </p:sp>
      <p:pic>
        <p:nvPicPr>
          <p:cNvPr id="6" name="Picture 96" descr="C:\Users\user\Desktop\logo.jpg"/>
          <p:cNvPicPr>
            <a:picLocks noChangeAspect="1" noChangeArrowheads="1"/>
          </p:cNvPicPr>
          <p:nvPr userDrawn="1"/>
        </p:nvPicPr>
        <p:blipFill>
          <a:blip r:embed="rId2" cstate="print"/>
          <a:srcRect l="15521" t="30789" r="14000" b="36536"/>
          <a:stretch>
            <a:fillRect/>
          </a:stretch>
        </p:blipFill>
        <p:spPr bwMode="auto">
          <a:xfrm>
            <a:off x="10533808" y="6574036"/>
            <a:ext cx="1219200" cy="258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25" y="727833"/>
            <a:ext cx="11950575" cy="5653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3531" y="8832"/>
            <a:ext cx="12000791" cy="681294"/>
          </a:xfrm>
        </p:spPr>
        <p:txBody>
          <a:bodyPr anchor="b">
            <a:normAutofit/>
          </a:bodyPr>
          <a:lstStyle>
            <a:lvl1pPr marL="0" algn="l" defTabSz="914332" rtl="0" eaLnBrk="1" latinLnBrk="0" hangingPunct="1">
              <a:lnSpc>
                <a:spcPct val="80000"/>
              </a:lnSpc>
              <a:defRPr lang="en-IN" sz="2300" b="1" kern="1200" dirty="0">
                <a:solidFill>
                  <a:srgbClr val="595959"/>
                </a:solidFill>
                <a:latin typeface="+mj-lt"/>
                <a:ea typeface="+mn-ea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226053" y="6600842"/>
            <a:ext cx="1075267" cy="2079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F0FD1BF-0681-4E77-A616-FBE0364986E9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163123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074664"/>
            <a:ext cx="5100797" cy="1116103"/>
          </a:xfrm>
        </p:spPr>
        <p:txBody>
          <a:bodyPr>
            <a:normAutofit/>
          </a:bodyPr>
          <a:lstStyle>
            <a:lvl1pPr algn="ctr">
              <a:defRPr sz="300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Monthly Review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863" y="1138147"/>
            <a:ext cx="3586180" cy="7620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096011" y="2288018"/>
            <a:ext cx="5101167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3507651" y="3290218"/>
            <a:ext cx="4431655" cy="2117"/>
          </a:xfrm>
          <a:prstGeom prst="line">
            <a:avLst/>
          </a:prstGeom>
          <a:ln w="3175">
            <a:solidFill>
              <a:srgbClr val="00AE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3961" y="1857694"/>
            <a:ext cx="2528027" cy="426757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6299572" y="3772423"/>
            <a:ext cx="5100797" cy="886806"/>
          </a:xfrm>
          <a:prstGeom prst="rect">
            <a:avLst/>
          </a:prstGeom>
        </p:spPr>
        <p:txBody>
          <a:bodyPr vert="horz" lIns="91440" tIns="45721" rIns="91440" bIns="45721" rtlCol="0" anchor="t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1" dirty="0">
                <a:solidFill>
                  <a:prstClr val="white"/>
                </a:solidFill>
              </a:rPr>
              <a:t>December 2015</a:t>
            </a:r>
          </a:p>
        </p:txBody>
      </p:sp>
    </p:spTree>
    <p:extLst>
      <p:ext uri="{BB962C8B-B14F-4D97-AF65-F5344CB8AC3E}">
        <p14:creationId xmlns:p14="http://schemas.microsoft.com/office/powerpoint/2010/main" val="249774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074660"/>
            <a:ext cx="5100797" cy="1116103"/>
          </a:xfrm>
        </p:spPr>
        <p:txBody>
          <a:bodyPr>
            <a:normAutofit/>
          </a:bodyPr>
          <a:lstStyle>
            <a:lvl1pPr>
              <a:defRPr sz="300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7" y="2844614"/>
            <a:ext cx="5100799" cy="2077302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 baseline="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Summary</a:t>
            </a:r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863" y="1138147"/>
            <a:ext cx="3586180" cy="762000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9" y="5209452"/>
            <a:ext cx="3860801" cy="296863"/>
          </a:xfrm>
        </p:spPr>
        <p:txBody>
          <a:bodyPr/>
          <a:lstStyle>
            <a:lvl1pPr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DD / MM / YYYY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9" y="2389006"/>
            <a:ext cx="5101167" cy="398462"/>
          </a:xfrm>
        </p:spPr>
        <p:txBody>
          <a:bodyPr/>
          <a:lstStyle>
            <a:lvl1pPr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</p:spTree>
    <p:extLst>
      <p:ext uri="{BB962C8B-B14F-4D97-AF65-F5344CB8AC3E}">
        <p14:creationId xmlns:p14="http://schemas.microsoft.com/office/powerpoint/2010/main" val="1660762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074660"/>
            <a:ext cx="5100797" cy="1116103"/>
          </a:xfrm>
        </p:spPr>
        <p:txBody>
          <a:bodyPr>
            <a:normAutofit/>
          </a:bodyPr>
          <a:lstStyle>
            <a:lvl1pPr algn="ctr">
              <a:defRPr sz="300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Monthly Review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863" y="1138147"/>
            <a:ext cx="3586180" cy="7620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096009" y="2288018"/>
            <a:ext cx="5101167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3507649" y="3290216"/>
            <a:ext cx="4431655" cy="2117"/>
          </a:xfrm>
          <a:prstGeom prst="line">
            <a:avLst/>
          </a:prstGeom>
          <a:ln w="3175">
            <a:solidFill>
              <a:srgbClr val="00AE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3961" y="1857694"/>
            <a:ext cx="2528027" cy="426757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6299572" y="3772423"/>
            <a:ext cx="5100797" cy="886806"/>
          </a:xfrm>
          <a:prstGeom prst="rect">
            <a:avLst/>
          </a:prstGeom>
        </p:spPr>
        <p:txBody>
          <a:bodyPr vert="horz" lIns="91440" tIns="45721" rIns="91440" bIns="45721" rtlCol="0" anchor="t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1" dirty="0">
                <a:solidFill>
                  <a:prstClr val="white"/>
                </a:solidFill>
              </a:rPr>
              <a:t>July’15</a:t>
            </a:r>
          </a:p>
        </p:txBody>
      </p:sp>
    </p:spTree>
    <p:extLst>
      <p:ext uri="{BB962C8B-B14F-4D97-AF65-F5344CB8AC3E}">
        <p14:creationId xmlns:p14="http://schemas.microsoft.com/office/powerpoint/2010/main" val="1479376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18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/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rgbClr val="647882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281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Grey">
    <p:bg>
      <p:bgPr>
        <a:solidFill>
          <a:srgbClr val="6478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444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18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Design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3601" y="6097072"/>
            <a:ext cx="1962307" cy="41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36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-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3429000"/>
            <a:ext cx="6790267" cy="3429000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sz="180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975113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5139808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Sub-Heading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68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64881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92771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910669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805333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#3</a:t>
            </a: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#4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910669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#5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8805333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#6</a:t>
            </a:r>
          </a:p>
        </p:txBody>
      </p:sp>
    </p:spTree>
    <p:extLst>
      <p:ext uri="{BB962C8B-B14F-4D97-AF65-F5344CB8AC3E}">
        <p14:creationId xmlns:p14="http://schemas.microsoft.com/office/powerpoint/2010/main" val="3418904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8"/>
            <a:ext cx="5249333" cy="4932025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299200" y="1193802"/>
            <a:ext cx="5283200" cy="49323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5775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197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2773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419100"/>
            <a:ext cx="11023600" cy="57531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039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4B1294F-4BEF-6146-85AE-25C1EC86D7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1092200"/>
            <a:ext cx="10972800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986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203247" y="1092200"/>
            <a:ext cx="5379156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09604" y="1092212"/>
            <a:ext cx="5373511" cy="23844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4" y="3660788"/>
            <a:ext cx="5373511" cy="2511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789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8652" y="4686300"/>
            <a:ext cx="3401483" cy="566738"/>
          </a:xfrm>
        </p:spPr>
        <p:txBody>
          <a:bodyPr anchor="ctr" anchorCtr="0"/>
          <a:lstStyle>
            <a:lvl1pPr algn="l">
              <a:defRPr sz="2000" b="1">
                <a:solidFill>
                  <a:srgbClr val="005AA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48652" y="5405438"/>
            <a:ext cx="340148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7315200" cy="5803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9357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44111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411136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82465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8246536" y="406400"/>
            <a:ext cx="3369733" cy="3644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44111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82465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48619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18" name="Chart Placeholder 17"/>
          <p:cNvSpPr>
            <a:spLocks noGrp="1"/>
          </p:cNvSpPr>
          <p:nvPr>
            <p:ph type="chart" sz="quarter" idx="13"/>
          </p:nvPr>
        </p:nvSpPr>
        <p:spPr>
          <a:xfrm>
            <a:off x="4741333" y="1155703"/>
            <a:ext cx="6841067" cy="4970463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55703"/>
            <a:ext cx="3877733" cy="4970463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0624372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8" y="1155700"/>
            <a:ext cx="10972799" cy="444500"/>
          </a:xfrm>
        </p:spPr>
        <p:txBody>
          <a:bodyPr/>
          <a:lstStyle>
            <a:lvl1pPr marL="0" indent="0">
              <a:buNone/>
              <a:defRPr sz="1401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1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609600" y="1752602"/>
            <a:ext cx="10972800" cy="4373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7049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9"/>
            <a:ext cx="5283200" cy="2234862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6316133" y="1193800"/>
            <a:ext cx="5266267" cy="48387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7890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3101754"/>
            <a:ext cx="5384800" cy="654499"/>
          </a:xfrm>
        </p:spPr>
        <p:txBody>
          <a:bodyPr anchor="ctr" anchorCtr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0CF9-B455-0F49-9FBF-357A8096B7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6932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74688"/>
            <a:ext cx="12192000" cy="190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 dirty="0">
              <a:solidFill>
                <a:prstClr val="black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3529" y="8832"/>
            <a:ext cx="12000791" cy="681294"/>
          </a:xfrm>
        </p:spPr>
        <p:txBody>
          <a:bodyPr anchor="b">
            <a:normAutofit/>
          </a:bodyPr>
          <a:lstStyle>
            <a:lvl1pPr marL="0" algn="l" defTabSz="914354" rtl="0" eaLnBrk="1" latinLnBrk="0" hangingPunct="1">
              <a:lnSpc>
                <a:spcPct val="80000"/>
              </a:lnSpc>
              <a:defRPr lang="en-IN" sz="2300" b="1" kern="1200" dirty="0">
                <a:solidFill>
                  <a:srgbClr val="595959"/>
                </a:solidFill>
                <a:latin typeface="+mj-lt"/>
                <a:ea typeface="+mn-ea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226053" y="6600838"/>
            <a:ext cx="1075267" cy="2079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EEFC97A-ADEB-4372-9DE2-C67DA62D4F0D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60" y="6574570"/>
            <a:ext cx="1567101" cy="2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009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60" y="6574570"/>
            <a:ext cx="1567101" cy="2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9954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>
              <a:solidFill>
                <a:prstClr val="white"/>
              </a:solidFill>
            </a:endParaRPr>
          </a:p>
        </p:txBody>
      </p:sp>
      <p:pic>
        <p:nvPicPr>
          <p:cNvPr id="3" name="Picture 96" descr="C:\Users\user\Desktop\logo.jpg"/>
          <p:cNvPicPr>
            <a:picLocks noChangeAspect="1" noChangeArrowheads="1"/>
          </p:cNvPicPr>
          <p:nvPr userDrawn="1"/>
        </p:nvPicPr>
        <p:blipFill>
          <a:blip r:embed="rId2" cstate="print"/>
          <a:srcRect l="15521" t="30789" r="14000" b="36536"/>
          <a:stretch>
            <a:fillRect/>
          </a:stretch>
        </p:blipFill>
        <p:spPr bwMode="auto">
          <a:xfrm>
            <a:off x="10533808" y="6574032"/>
            <a:ext cx="1219200" cy="258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9291221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2"/>
          <p:cNvSpPr>
            <a:spLocks noChangeArrowheads="1"/>
          </p:cNvSpPr>
          <p:nvPr userDrawn="1"/>
        </p:nvSpPr>
        <p:spPr bwMode="auto">
          <a:xfrm>
            <a:off x="0" y="617538"/>
            <a:ext cx="11948584" cy="533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pPr algn="ctr" defTabSz="914354"/>
            <a:endParaRPr lang="en-IN" sz="1801">
              <a:solidFill>
                <a:srgbClr val="000000"/>
              </a:solidFill>
            </a:endParaRPr>
          </a:p>
        </p:txBody>
      </p:sp>
      <p:sp>
        <p:nvSpPr>
          <p:cNvPr id="3" name="Rectangle 62"/>
          <p:cNvSpPr>
            <a:spLocks noChangeArrowheads="1"/>
          </p:cNvSpPr>
          <p:nvPr userDrawn="1"/>
        </p:nvSpPr>
        <p:spPr bwMode="auto">
          <a:xfrm>
            <a:off x="12700" y="5967413"/>
            <a:ext cx="11948584" cy="7540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pPr algn="ctr" defTabSz="914354"/>
            <a:endParaRPr lang="en-IN" sz="1801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>
            <a:spLocks noChangeArrowheads="1"/>
          </p:cNvSpPr>
          <p:nvPr userDrawn="1"/>
        </p:nvSpPr>
        <p:spPr bwMode="auto">
          <a:xfrm>
            <a:off x="6449484" y="1778003"/>
            <a:ext cx="5892800" cy="2647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defTabSz="914354">
              <a:defRPr/>
            </a:pPr>
            <a:r>
              <a:rPr lang="en-US" sz="3600" b="1" dirty="0">
                <a:solidFill>
                  <a:prstClr val="black"/>
                </a:solidFill>
                <a:latin typeface="Garamond" pitchFamily="18" charset="0"/>
              </a:rPr>
              <a:t>Vistaar Finance</a:t>
            </a:r>
          </a:p>
          <a:p>
            <a:pPr algn="ctr" defTabSz="914354">
              <a:defRPr/>
            </a:pPr>
            <a:r>
              <a:rPr lang="en-US" sz="1600" b="1" dirty="0">
                <a:solidFill>
                  <a:srgbClr val="FF0000"/>
                </a:solidFill>
              </a:rPr>
              <a:t>Strictly Confidential</a:t>
            </a:r>
          </a:p>
          <a:p>
            <a:pPr algn="ctr" defTabSz="914354">
              <a:defRPr/>
            </a:pPr>
            <a:endParaRPr lang="en-US" sz="1801" b="1" dirty="0">
              <a:solidFill>
                <a:prstClr val="black"/>
              </a:solidFill>
              <a:latin typeface="Garamond" pitchFamily="18" charset="0"/>
            </a:endParaRPr>
          </a:p>
          <a:p>
            <a:pPr algn="ctr" defTabSz="914354">
              <a:defRPr/>
            </a:pPr>
            <a:endParaRPr lang="en-US" sz="1801" b="1" dirty="0">
              <a:solidFill>
                <a:prstClr val="black"/>
              </a:solidFill>
              <a:latin typeface="Garamond" pitchFamily="18" charset="0"/>
            </a:endParaRPr>
          </a:p>
          <a:p>
            <a:pPr algn="ctr" defTabSz="914354">
              <a:defRPr/>
            </a:pPr>
            <a:endParaRPr lang="en-US" sz="2400" b="1" dirty="0">
              <a:solidFill>
                <a:srgbClr val="8064A2">
                  <a:lumMod val="50000"/>
                </a:srgbClr>
              </a:solidFill>
              <a:latin typeface="Garamond" pitchFamily="18" charset="0"/>
            </a:endParaRPr>
          </a:p>
          <a:p>
            <a:pPr algn="ctr" defTabSz="914354">
              <a:defRPr/>
            </a:pPr>
            <a:r>
              <a:rPr lang="en-US" sz="3001" b="1" dirty="0">
                <a:solidFill>
                  <a:srgbClr val="8064A2">
                    <a:lumMod val="50000"/>
                  </a:srgbClr>
                </a:solidFill>
                <a:latin typeface="Garamond" pitchFamily="18" charset="0"/>
              </a:rPr>
              <a:t>Corporate Presentation</a:t>
            </a:r>
          </a:p>
          <a:p>
            <a:pPr algn="ctr" defTabSz="914354">
              <a:defRPr/>
            </a:pPr>
            <a:endParaRPr lang="en-GB" sz="2400" b="1" dirty="0">
              <a:solidFill>
                <a:prstClr val="black"/>
              </a:solidFill>
              <a:latin typeface="Garamond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9" y="6267459"/>
            <a:ext cx="6889751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9pPr>
          </a:lstStyle>
          <a:p>
            <a:pPr algn="ctr" defTabSz="914354" eaLnBrk="1" hangingPunct="1">
              <a:defRPr/>
            </a:pPr>
            <a:r>
              <a:rPr lang="en-US" sz="1600" dirty="0">
                <a:solidFill>
                  <a:prstClr val="white"/>
                </a:solidFill>
              </a:rPr>
              <a:t>Vistaar Financial Services Private Limited</a:t>
            </a:r>
            <a:endParaRPr lang="en-IN" sz="1600" dirty="0">
              <a:solidFill>
                <a:prstClr val="white"/>
              </a:solidFill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3" y="1858963"/>
            <a:ext cx="6119284" cy="34464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6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354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6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354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C6244-3839-4E8E-9449-8BED716EDF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651" y="617538"/>
            <a:ext cx="2949196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9666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4688"/>
            <a:ext cx="12192000" cy="190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>
              <a:solidFill>
                <a:prstClr val="black"/>
              </a:solidFill>
            </a:endParaRPr>
          </a:p>
        </p:txBody>
      </p:sp>
      <p:pic>
        <p:nvPicPr>
          <p:cNvPr id="6" name="Picture 96" descr="C:\Users\user\Desktop\logo.jpg"/>
          <p:cNvPicPr>
            <a:picLocks noChangeAspect="1" noChangeArrowheads="1"/>
          </p:cNvPicPr>
          <p:nvPr userDrawn="1"/>
        </p:nvPicPr>
        <p:blipFill>
          <a:blip r:embed="rId2" cstate="print"/>
          <a:srcRect l="15521" t="30789" r="14000" b="36536"/>
          <a:stretch>
            <a:fillRect/>
          </a:stretch>
        </p:blipFill>
        <p:spPr bwMode="auto">
          <a:xfrm>
            <a:off x="10533808" y="6574032"/>
            <a:ext cx="1219200" cy="258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22" y="727833"/>
            <a:ext cx="11950575" cy="5653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3529" y="8832"/>
            <a:ext cx="12000791" cy="681294"/>
          </a:xfrm>
        </p:spPr>
        <p:txBody>
          <a:bodyPr anchor="b">
            <a:normAutofit/>
          </a:bodyPr>
          <a:lstStyle>
            <a:lvl1pPr marL="0" algn="l" defTabSz="914354" rtl="0" eaLnBrk="1" latinLnBrk="0" hangingPunct="1">
              <a:lnSpc>
                <a:spcPct val="80000"/>
              </a:lnSpc>
              <a:defRPr lang="en-IN" sz="2300" b="1" kern="1200" dirty="0">
                <a:solidFill>
                  <a:srgbClr val="595959"/>
                </a:solidFill>
                <a:latin typeface="+mj-lt"/>
                <a:ea typeface="+mn-ea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226053" y="6600838"/>
            <a:ext cx="1075267" cy="2079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F0FD1BF-0681-4E77-A616-FBE0364986E9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978332"/>
      </p:ext>
    </p:extLst>
  </p:cSld>
  <p:clrMapOvr>
    <a:masterClrMapping/>
  </p:clrMapOvr>
  <p:hf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074660"/>
            <a:ext cx="5100797" cy="1116103"/>
          </a:xfrm>
        </p:spPr>
        <p:txBody>
          <a:bodyPr>
            <a:normAutofit/>
          </a:bodyPr>
          <a:lstStyle>
            <a:lvl1pPr algn="ctr">
              <a:defRPr sz="300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Monthly Review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863" y="1138147"/>
            <a:ext cx="3586180" cy="7620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096009" y="2288018"/>
            <a:ext cx="5101167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3507649" y="3290216"/>
            <a:ext cx="4431655" cy="2117"/>
          </a:xfrm>
          <a:prstGeom prst="line">
            <a:avLst/>
          </a:prstGeom>
          <a:ln w="3175">
            <a:solidFill>
              <a:srgbClr val="00AE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3961" y="1857694"/>
            <a:ext cx="2528027" cy="426757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6299572" y="3772423"/>
            <a:ext cx="5100797" cy="886806"/>
          </a:xfrm>
          <a:prstGeom prst="rect">
            <a:avLst/>
          </a:prstGeom>
        </p:spPr>
        <p:txBody>
          <a:bodyPr vert="horz" lIns="91440" tIns="45721" rIns="91440" bIns="45721" rtlCol="0" anchor="t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1" dirty="0">
                <a:solidFill>
                  <a:prstClr val="white"/>
                </a:solidFill>
              </a:rPr>
              <a:t>December 2015</a:t>
            </a:r>
          </a:p>
        </p:txBody>
      </p:sp>
    </p:spTree>
    <p:extLst>
      <p:ext uri="{BB962C8B-B14F-4D97-AF65-F5344CB8AC3E}">
        <p14:creationId xmlns:p14="http://schemas.microsoft.com/office/powerpoint/2010/main" val="4228382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074664"/>
            <a:ext cx="5100797" cy="1116103"/>
          </a:xfrm>
        </p:spPr>
        <p:txBody>
          <a:bodyPr>
            <a:normAutofit/>
          </a:bodyPr>
          <a:lstStyle>
            <a:lvl1pPr algn="ctr">
              <a:defRPr sz="300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Monthly Review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863" y="1138147"/>
            <a:ext cx="3586180" cy="7620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6096011" y="2288018"/>
            <a:ext cx="5101167" cy="158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3507651" y="3290218"/>
            <a:ext cx="4431655" cy="2117"/>
          </a:xfrm>
          <a:prstGeom prst="line">
            <a:avLst/>
          </a:prstGeom>
          <a:ln w="3175">
            <a:solidFill>
              <a:srgbClr val="00AE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03961" y="1857694"/>
            <a:ext cx="2528027" cy="426757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6299572" y="3772423"/>
            <a:ext cx="5100797" cy="886806"/>
          </a:xfrm>
          <a:prstGeom prst="rect">
            <a:avLst/>
          </a:prstGeom>
        </p:spPr>
        <p:txBody>
          <a:bodyPr vert="horz" lIns="91440" tIns="45721" rIns="91440" bIns="45721" rtlCol="0" anchor="t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1" dirty="0">
                <a:solidFill>
                  <a:prstClr val="white"/>
                </a:solidFill>
              </a:rPr>
              <a:t>June’15</a:t>
            </a:r>
          </a:p>
        </p:txBody>
      </p:sp>
    </p:spTree>
    <p:extLst>
      <p:ext uri="{BB962C8B-B14F-4D97-AF65-F5344CB8AC3E}">
        <p14:creationId xmlns:p14="http://schemas.microsoft.com/office/powerpoint/2010/main" val="4019190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22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/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rgbClr val="647882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476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Grey">
    <p:bg>
      <p:bgPr>
        <a:solidFill>
          <a:srgbClr val="6478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444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5922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3530600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Design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3601" y="6097072"/>
            <a:ext cx="1962307" cy="41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27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-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3429000"/>
            <a:ext cx="6790267" cy="3429000"/>
          </a:xfrm>
          <a:prstGeom prst="rect">
            <a:avLst/>
          </a:prstGeom>
          <a:solidFill>
            <a:srgbClr val="005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/>
            <a:endParaRPr lang="en-US" sz="180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975117"/>
            <a:ext cx="5486400" cy="1063095"/>
          </a:xfrm>
        </p:spPr>
        <p:txBody>
          <a:bodyPr anchor="t">
            <a:normAutofit/>
          </a:bodyPr>
          <a:lstStyle>
            <a:lvl1pPr algn="l">
              <a:defRPr sz="3001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5139812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1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063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41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Sub-Heading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10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28897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222"/>
            <a:ext cx="12192000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0577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910669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805333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#3</a:t>
            </a: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1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#4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910669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#5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8805333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1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#6</a:t>
            </a:r>
          </a:p>
        </p:txBody>
      </p:sp>
    </p:spTree>
    <p:extLst>
      <p:ext uri="{BB962C8B-B14F-4D97-AF65-F5344CB8AC3E}">
        <p14:creationId xmlns:p14="http://schemas.microsoft.com/office/powerpoint/2010/main" val="153807736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8"/>
            <a:ext cx="5249333" cy="4932025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299200" y="1193802"/>
            <a:ext cx="5283200" cy="49323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12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197600" y="1253068"/>
            <a:ext cx="5384800" cy="4873096"/>
          </a:xfrm>
        </p:spPr>
        <p:txBody>
          <a:bodyPr/>
          <a:lstStyle>
            <a:lvl1pPr>
              <a:defRPr sz="1801">
                <a:solidFill>
                  <a:srgbClr val="647882"/>
                </a:solidFill>
              </a:defRPr>
            </a:lvl1pPr>
            <a:lvl2pPr>
              <a:defRPr sz="1401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919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419100"/>
            <a:ext cx="11023600" cy="57531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4905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4B1294F-4BEF-6146-85AE-25C1EC86D7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1092200"/>
            <a:ext cx="10972800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5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97048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203247" y="1092200"/>
            <a:ext cx="5379156" cy="508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5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09604" y="1092216"/>
            <a:ext cx="5373511" cy="23844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604" y="3660792"/>
            <a:ext cx="5373511" cy="25114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4620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8652" y="4686300"/>
            <a:ext cx="3401483" cy="566738"/>
          </a:xfrm>
        </p:spPr>
        <p:txBody>
          <a:bodyPr anchor="ctr" anchorCtr="0"/>
          <a:lstStyle>
            <a:lvl1pPr algn="l">
              <a:defRPr sz="2000" b="1">
                <a:solidFill>
                  <a:srgbClr val="005AA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48652" y="5405438"/>
            <a:ext cx="340148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7315200" cy="5803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4923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09600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44111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411136" y="406400"/>
            <a:ext cx="3369733" cy="36449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8246536" y="5003007"/>
            <a:ext cx="3369733" cy="804862"/>
          </a:xfrm>
        </p:spPr>
        <p:txBody>
          <a:bodyPr/>
          <a:lstStyle>
            <a:lvl1pPr marL="0" indent="0">
              <a:buNone/>
              <a:defRPr sz="1401" b="0" i="0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Add Description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8246536" y="406400"/>
            <a:ext cx="3369733" cy="3644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44111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20" hasCustomPrompt="1"/>
          </p:nvPr>
        </p:nvSpPr>
        <p:spPr>
          <a:xfrm>
            <a:off x="8246536" y="4381500"/>
            <a:ext cx="3369733" cy="495300"/>
          </a:xfrm>
        </p:spPr>
        <p:txBody>
          <a:bodyPr anchor="ctr" anchorCtr="0">
            <a:normAutofit/>
          </a:bodyPr>
          <a:lstStyle>
            <a:lvl1pPr>
              <a:buFontTx/>
              <a:buNone/>
              <a:defRPr sz="1801"/>
            </a:lvl1pPr>
          </a:lstStyle>
          <a:p>
            <a:pPr lvl="0"/>
            <a:r>
              <a:rPr lang="en-US" sz="1801" dirty="0"/>
              <a:t>Add Heading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490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18" name="Chart Placeholder 17"/>
          <p:cNvSpPr>
            <a:spLocks noGrp="1"/>
          </p:cNvSpPr>
          <p:nvPr>
            <p:ph type="chart" sz="quarter" idx="13"/>
          </p:nvPr>
        </p:nvSpPr>
        <p:spPr>
          <a:xfrm>
            <a:off x="4741333" y="1155703"/>
            <a:ext cx="6841067" cy="4970463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5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55703"/>
            <a:ext cx="3877733" cy="4970463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7822404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1" y="1155700"/>
            <a:ext cx="10972799" cy="444500"/>
          </a:xfrm>
        </p:spPr>
        <p:txBody>
          <a:bodyPr/>
          <a:lstStyle>
            <a:lvl1pPr marL="0" indent="0">
              <a:buNone/>
              <a:defRPr sz="1401">
                <a:solidFill>
                  <a:srgbClr val="647882"/>
                </a:solidFill>
              </a:defRPr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55"/>
            <a:ext cx="10972800" cy="654499"/>
          </a:xfrm>
        </p:spPr>
        <p:txBody>
          <a:bodyPr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609600" y="1752602"/>
            <a:ext cx="10972800" cy="43735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1032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9"/>
            <a:ext cx="5283200" cy="2234862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1" b="1" i="0">
                <a:solidFill>
                  <a:srgbClr val="647882"/>
                </a:solidFill>
              </a:defRPr>
            </a:lvl2pPr>
            <a:lvl3pPr>
              <a:defRPr sz="1401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1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6021" y="6339416"/>
            <a:ext cx="1336379" cy="230734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6316133" y="1193800"/>
            <a:ext cx="5266267" cy="48387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791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3101754"/>
            <a:ext cx="5384800" cy="654499"/>
          </a:xfrm>
        </p:spPr>
        <p:txBody>
          <a:bodyPr anchor="ctr" anchorCtr="1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0CF9-B455-0F49-9FBF-357A8096B7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05230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74688"/>
            <a:ext cx="12192000" cy="190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 dirty="0">
              <a:solidFill>
                <a:prstClr val="black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3531" y="8832"/>
            <a:ext cx="12000791" cy="681294"/>
          </a:xfrm>
        </p:spPr>
        <p:txBody>
          <a:bodyPr anchor="b">
            <a:normAutofit/>
          </a:bodyPr>
          <a:lstStyle>
            <a:lvl1pPr marL="0" algn="l" defTabSz="914354" rtl="0" eaLnBrk="1" latinLnBrk="0" hangingPunct="1">
              <a:lnSpc>
                <a:spcPct val="80000"/>
              </a:lnSpc>
              <a:defRPr lang="en-IN" sz="2300" b="1" kern="1200" dirty="0">
                <a:solidFill>
                  <a:srgbClr val="595959"/>
                </a:solidFill>
                <a:latin typeface="+mj-lt"/>
                <a:ea typeface="+mn-ea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226053" y="6600842"/>
            <a:ext cx="1075267" cy="2079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EEFC97A-ADEB-4372-9DE2-C67DA62D4F0D}" type="slidenum">
              <a:rPr lang="en-US" smtClean="0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60" y="6574570"/>
            <a:ext cx="1567101" cy="2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3536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 dirty="0">
              <a:solidFill>
                <a:prstClr val="whit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60" y="6574570"/>
            <a:ext cx="1567101" cy="2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5134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>
              <a:solidFill>
                <a:prstClr val="white"/>
              </a:solidFill>
            </a:endParaRPr>
          </a:p>
        </p:txBody>
      </p:sp>
      <p:pic>
        <p:nvPicPr>
          <p:cNvPr id="3" name="Picture 96" descr="C:\Users\user\Desktop\logo.jpg"/>
          <p:cNvPicPr>
            <a:picLocks noChangeAspect="1" noChangeArrowheads="1"/>
          </p:cNvPicPr>
          <p:nvPr userDrawn="1"/>
        </p:nvPicPr>
        <p:blipFill>
          <a:blip r:embed="rId2" cstate="print"/>
          <a:srcRect l="15521" t="30789" r="14000" b="36536"/>
          <a:stretch>
            <a:fillRect/>
          </a:stretch>
        </p:blipFill>
        <p:spPr bwMode="auto">
          <a:xfrm>
            <a:off x="10533808" y="6574036"/>
            <a:ext cx="1219200" cy="258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0654937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2"/>
          <p:cNvSpPr>
            <a:spLocks noChangeArrowheads="1"/>
          </p:cNvSpPr>
          <p:nvPr userDrawn="1"/>
        </p:nvSpPr>
        <p:spPr bwMode="auto">
          <a:xfrm>
            <a:off x="0" y="617538"/>
            <a:ext cx="11948584" cy="533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pPr algn="ctr" defTabSz="914354"/>
            <a:endParaRPr lang="en-IN" sz="1801">
              <a:solidFill>
                <a:srgbClr val="000000"/>
              </a:solidFill>
            </a:endParaRPr>
          </a:p>
        </p:txBody>
      </p:sp>
      <p:sp>
        <p:nvSpPr>
          <p:cNvPr id="3" name="Rectangle 62"/>
          <p:cNvSpPr>
            <a:spLocks noChangeArrowheads="1"/>
          </p:cNvSpPr>
          <p:nvPr userDrawn="1"/>
        </p:nvSpPr>
        <p:spPr bwMode="auto">
          <a:xfrm>
            <a:off x="12700" y="5967413"/>
            <a:ext cx="11948584" cy="7540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pPr algn="ctr" defTabSz="914354"/>
            <a:endParaRPr lang="en-IN" sz="1801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>
            <a:spLocks noChangeArrowheads="1"/>
          </p:cNvSpPr>
          <p:nvPr userDrawn="1"/>
        </p:nvSpPr>
        <p:spPr bwMode="auto">
          <a:xfrm>
            <a:off x="6449484" y="1778003"/>
            <a:ext cx="5892800" cy="2647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defTabSz="914354">
              <a:defRPr/>
            </a:pPr>
            <a:r>
              <a:rPr lang="en-US" sz="3600" b="1" dirty="0">
                <a:solidFill>
                  <a:prstClr val="black"/>
                </a:solidFill>
                <a:latin typeface="Garamond" pitchFamily="18" charset="0"/>
              </a:rPr>
              <a:t>Vistaar Finance</a:t>
            </a:r>
          </a:p>
          <a:p>
            <a:pPr algn="ctr" defTabSz="914354">
              <a:defRPr/>
            </a:pPr>
            <a:r>
              <a:rPr lang="en-US" sz="1600" b="1" dirty="0">
                <a:solidFill>
                  <a:srgbClr val="FF0000"/>
                </a:solidFill>
              </a:rPr>
              <a:t>Strictly Confidential</a:t>
            </a:r>
          </a:p>
          <a:p>
            <a:pPr algn="ctr" defTabSz="914354">
              <a:defRPr/>
            </a:pPr>
            <a:endParaRPr lang="en-US" sz="1801" b="1" dirty="0">
              <a:solidFill>
                <a:prstClr val="black"/>
              </a:solidFill>
              <a:latin typeface="Garamond" pitchFamily="18" charset="0"/>
            </a:endParaRPr>
          </a:p>
          <a:p>
            <a:pPr algn="ctr" defTabSz="914354">
              <a:defRPr/>
            </a:pPr>
            <a:endParaRPr lang="en-US" sz="1801" b="1" dirty="0">
              <a:solidFill>
                <a:prstClr val="black"/>
              </a:solidFill>
              <a:latin typeface="Garamond" pitchFamily="18" charset="0"/>
            </a:endParaRPr>
          </a:p>
          <a:p>
            <a:pPr algn="ctr" defTabSz="914354">
              <a:defRPr/>
            </a:pPr>
            <a:endParaRPr lang="en-US" sz="2400" b="1" dirty="0">
              <a:solidFill>
                <a:srgbClr val="8064A2">
                  <a:lumMod val="50000"/>
                </a:srgbClr>
              </a:solidFill>
              <a:latin typeface="Garamond" pitchFamily="18" charset="0"/>
            </a:endParaRPr>
          </a:p>
          <a:p>
            <a:pPr algn="ctr" defTabSz="914354">
              <a:defRPr/>
            </a:pPr>
            <a:r>
              <a:rPr lang="en-US" sz="3001" b="1" dirty="0">
                <a:solidFill>
                  <a:srgbClr val="8064A2">
                    <a:lumMod val="50000"/>
                  </a:srgbClr>
                </a:solidFill>
                <a:latin typeface="Garamond" pitchFamily="18" charset="0"/>
              </a:rPr>
              <a:t>Corporate Presentation</a:t>
            </a:r>
          </a:p>
          <a:p>
            <a:pPr algn="ctr" defTabSz="914354">
              <a:defRPr/>
            </a:pPr>
            <a:endParaRPr lang="en-GB" sz="2400" b="1" dirty="0">
              <a:solidFill>
                <a:prstClr val="black"/>
              </a:solidFill>
              <a:latin typeface="Garamond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11" y="6267463"/>
            <a:ext cx="6889751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 LT 57 Cn" pitchFamily="34" charset="0"/>
                <a:cs typeface="Arial" charset="0"/>
              </a:defRPr>
            </a:lvl9pPr>
          </a:lstStyle>
          <a:p>
            <a:pPr algn="ctr" defTabSz="914354" eaLnBrk="1" hangingPunct="1">
              <a:defRPr/>
            </a:pPr>
            <a:r>
              <a:rPr lang="en-US" sz="1600" dirty="0">
                <a:solidFill>
                  <a:prstClr val="white"/>
                </a:solidFill>
              </a:rPr>
              <a:t>Vistaar Financial Services Private Limited</a:t>
            </a:r>
            <a:endParaRPr lang="en-IN" sz="1600" dirty="0">
              <a:solidFill>
                <a:prstClr val="white"/>
              </a:solidFill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3" y="1858963"/>
            <a:ext cx="6119284" cy="34464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6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354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6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354"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C6244-3839-4E8E-9449-8BED716EDF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651" y="617538"/>
            <a:ext cx="2949196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9652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74688"/>
            <a:ext cx="12192000" cy="190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2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>
              <a:defRPr/>
            </a:pPr>
            <a:endParaRPr lang="en-US" sz="1801">
              <a:solidFill>
                <a:prstClr val="black"/>
              </a:solidFill>
            </a:endParaRPr>
          </a:p>
        </p:txBody>
      </p:sp>
      <p:pic>
        <p:nvPicPr>
          <p:cNvPr id="6" name="Picture 96" descr="C:\Users\user\Desktop\logo.jpg"/>
          <p:cNvPicPr>
            <a:picLocks noChangeAspect="1" noChangeArrowheads="1"/>
          </p:cNvPicPr>
          <p:nvPr userDrawn="1"/>
        </p:nvPicPr>
        <p:blipFill>
          <a:blip r:embed="rId2" cstate="print"/>
          <a:srcRect l="15521" t="30789" r="14000" b="36536"/>
          <a:stretch>
            <a:fillRect/>
          </a:stretch>
        </p:blipFill>
        <p:spPr bwMode="auto">
          <a:xfrm>
            <a:off x="10533808" y="6574036"/>
            <a:ext cx="1219200" cy="258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25" y="727833"/>
            <a:ext cx="11950575" cy="5653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3531" y="8832"/>
            <a:ext cx="12000791" cy="681294"/>
          </a:xfrm>
        </p:spPr>
        <p:txBody>
          <a:bodyPr anchor="b">
            <a:normAutofit/>
          </a:bodyPr>
          <a:lstStyle>
            <a:lvl1pPr marL="0" algn="l" defTabSz="914354" rtl="0" eaLnBrk="1" latinLnBrk="0" hangingPunct="1">
              <a:lnSpc>
                <a:spcPct val="80000"/>
              </a:lnSpc>
              <a:defRPr lang="en-IN" sz="2300" b="1" kern="1200" dirty="0">
                <a:solidFill>
                  <a:srgbClr val="595959"/>
                </a:solidFill>
                <a:latin typeface="+mj-lt"/>
                <a:ea typeface="+mn-ea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5226053" y="6600842"/>
            <a:ext cx="1075267" cy="2079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F0FD1BF-0681-4E77-A616-FBE0364986E9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6863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4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67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354"/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67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354"/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988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solidFill>
          <a:schemeClr val="bg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>
            <a:off x="6096000" y="1074660"/>
            <a:ext cx="5100797" cy="1116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6096007" y="2844614"/>
            <a:ext cx="5100799" cy="2077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9" name="Google Shape;29;p4"/>
          <p:cNvCxnSpPr/>
          <p:nvPr/>
        </p:nvCxnSpPr>
        <p:spPr>
          <a:xfrm>
            <a:off x="6096009" y="2288018"/>
            <a:ext cx="5101167" cy="1588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6096009" y="5209452"/>
            <a:ext cx="3860801" cy="29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77" lvl="0" indent="-228589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 b="0" i="0">
                <a:solidFill>
                  <a:schemeClr val="lt1"/>
                </a:solidFill>
              </a:defRPr>
            </a:lvl1pPr>
            <a:lvl2pPr marL="914354" lvl="1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rgbClr val="647882"/>
              </a:buClr>
              <a:buSzPts val="1800"/>
              <a:buChar char="–"/>
              <a:defRPr/>
            </a:lvl2pPr>
            <a:lvl3pPr marL="1371531" lvl="2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709" lvl="3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5886" lvl="4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063" lvl="5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240" lvl="6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417" lvl="7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594" lvl="8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3"/>
          </p:nvPr>
        </p:nvSpPr>
        <p:spPr>
          <a:xfrm>
            <a:off x="6096009" y="2389006"/>
            <a:ext cx="5101167" cy="39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177" lvl="0" indent="-228589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marL="914354" lvl="1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rgbClr val="647882"/>
              </a:buClr>
              <a:buSzPts val="1800"/>
              <a:buChar char="–"/>
              <a:defRPr/>
            </a:lvl2pPr>
            <a:lvl3pPr marL="1371531" lvl="2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709" lvl="3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5886" lvl="4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063" lvl="5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240" lvl="6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417" lvl="7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594" lvl="8" indent="-342882" algn="l">
              <a:lnSpc>
                <a:spcPct val="100000"/>
              </a:lnSpc>
              <a:spcBef>
                <a:spcPts val="361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2" name="Google Shape;32;p4"/>
          <p:cNvCxnSpPr/>
          <p:nvPr/>
        </p:nvCxnSpPr>
        <p:spPr>
          <a:xfrm rot="5400000">
            <a:off x="3507649" y="3290216"/>
            <a:ext cx="4431655" cy="2117"/>
          </a:xfrm>
          <a:prstGeom prst="straightConnector1">
            <a:avLst/>
          </a:prstGeom>
          <a:noFill/>
          <a:ln w="9525" cap="flat" cmpd="sng">
            <a:solidFill>
              <a:srgbClr val="00AEE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85" y="741653"/>
            <a:ext cx="4683295" cy="14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76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68265" y="1074648"/>
            <a:ext cx="4928532" cy="1116103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68264" y="2844614"/>
            <a:ext cx="4928534" cy="20773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Summary</a:t>
            </a:r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348" y="1138146"/>
            <a:ext cx="3945584" cy="1158095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867324" y="4979062"/>
            <a:ext cx="3730414" cy="296863"/>
          </a:xfrm>
        </p:spPr>
        <p:txBody>
          <a:bodyPr>
            <a:noAutofit/>
          </a:bodyPr>
          <a:lstStyle>
            <a:lvl1pPr algn="ctr">
              <a:buFontTx/>
              <a:buNone/>
              <a:defRPr sz="14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DD / MM / YYYY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268278" y="2389006"/>
            <a:ext cx="4928890" cy="398462"/>
          </a:xfrm>
        </p:spPr>
        <p:txBody>
          <a:bodyPr anchor="ctr"/>
          <a:lstStyle>
            <a:lvl1pPr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82553" y="1138146"/>
            <a:ext cx="26894" cy="4608000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H="1">
            <a:off x="6279195" y="2296242"/>
            <a:ext cx="48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7652411" y="5415913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400" b="1" i="1" dirty="0">
                <a:solidFill>
                  <a:srgbClr val="00FFFF"/>
                </a:solidFill>
              </a:rP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55893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68265" y="1074648"/>
            <a:ext cx="4928532" cy="1116103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68264" y="2844614"/>
            <a:ext cx="4928534" cy="20773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Summary</a:t>
            </a:r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348" y="1138146"/>
            <a:ext cx="3945584" cy="1158095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867324" y="4979062"/>
            <a:ext cx="3730414" cy="296863"/>
          </a:xfrm>
        </p:spPr>
        <p:txBody>
          <a:bodyPr>
            <a:noAutofit/>
          </a:bodyPr>
          <a:lstStyle>
            <a:lvl1pPr algn="ctr">
              <a:buFontTx/>
              <a:buNone/>
              <a:defRPr sz="14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DD / MM / YYYY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268278" y="2389006"/>
            <a:ext cx="4928890" cy="398462"/>
          </a:xfrm>
        </p:spPr>
        <p:txBody>
          <a:bodyPr anchor="ctr"/>
          <a:lstStyle>
            <a:lvl1pPr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82553" y="1138146"/>
            <a:ext cx="26894" cy="4608000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H="1">
            <a:off x="6279195" y="2296242"/>
            <a:ext cx="48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7652411" y="5415913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400" b="1" i="1" dirty="0">
                <a:solidFill>
                  <a:srgbClr val="00FFFF"/>
                </a:solidFill>
              </a:rPr>
              <a:t>Strictly Confidential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74171" y="6406007"/>
            <a:ext cx="118436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IN" sz="1100" b="1" i="1" dirty="0">
                <a:solidFill>
                  <a:prstClr val="white">
                    <a:lumMod val="75000"/>
                  </a:prstClr>
                </a:solidFill>
              </a:rPr>
              <a:t>Disclaimer:</a:t>
            </a:r>
            <a:r>
              <a:rPr lang="en-IN" sz="1100" i="1" dirty="0">
                <a:solidFill>
                  <a:prstClr val="white">
                    <a:lumMod val="75000"/>
                  </a:prstClr>
                </a:solidFill>
              </a:rPr>
              <a:t> This presentation is intended solely for viewing. No part of it may be circulated, quoted, or reproduced for distribution without prior written approval from Vistaar Financial Services Pvt. Ltd.</a:t>
            </a:r>
          </a:p>
          <a:p>
            <a:pPr defTabSz="914400"/>
            <a:r>
              <a:rPr lang="en-IN" sz="1100" i="1" dirty="0">
                <a:solidFill>
                  <a:prstClr val="white">
                    <a:lumMod val="75000"/>
                  </a:prstClr>
                </a:solidFill>
              </a:rPr>
              <a:t>Figures rounded off to the nearest digits across the presentation. Figures and ratios have been regrouped wherever necessary.</a:t>
            </a:r>
          </a:p>
        </p:txBody>
      </p:sp>
    </p:spTree>
    <p:extLst>
      <p:ext uri="{BB962C8B-B14F-4D97-AF65-F5344CB8AC3E}">
        <p14:creationId xmlns:p14="http://schemas.microsoft.com/office/powerpoint/2010/main" val="2986523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 flip="none" rotWithShape="1">
          <a:gsLst>
            <a:gs pos="100000">
              <a:srgbClr val="4C70C0"/>
            </a:gs>
            <a:gs pos="7000">
              <a:schemeClr val="bg2">
                <a:shade val="30000"/>
                <a:satMod val="20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68265" y="1074648"/>
            <a:ext cx="4928532" cy="1116103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68264" y="2844614"/>
            <a:ext cx="4928534" cy="20773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Summary</a:t>
            </a:r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348" y="1138146"/>
            <a:ext cx="3945584" cy="1158095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867324" y="4979062"/>
            <a:ext cx="3730414" cy="296863"/>
          </a:xfrm>
        </p:spPr>
        <p:txBody>
          <a:bodyPr>
            <a:noAutofit/>
          </a:bodyPr>
          <a:lstStyle>
            <a:lvl1pPr algn="ctr">
              <a:buFontTx/>
              <a:buNone/>
              <a:defRPr sz="14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DD / MM / YYYY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268278" y="2389006"/>
            <a:ext cx="4928890" cy="398462"/>
          </a:xfrm>
        </p:spPr>
        <p:txBody>
          <a:bodyPr anchor="ctr"/>
          <a:lstStyle>
            <a:lvl1pPr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82553" y="1138146"/>
            <a:ext cx="26894" cy="4608000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H="1">
            <a:off x="6279195" y="2296242"/>
            <a:ext cx="48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7652411" y="5415913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400" b="1" i="1" dirty="0">
                <a:solidFill>
                  <a:srgbClr val="00FFFF"/>
                </a:solidFill>
              </a:rP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0514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 flip="none" rotWithShape="1">
          <a:gsLst>
            <a:gs pos="100000">
              <a:srgbClr val="4C70C0"/>
            </a:gs>
            <a:gs pos="7000">
              <a:schemeClr val="bg2">
                <a:shade val="30000"/>
                <a:satMod val="20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68265" y="1074648"/>
            <a:ext cx="4928532" cy="1116103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68264" y="2844614"/>
            <a:ext cx="4928534" cy="20773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Summary</a:t>
            </a:r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8348" y="1138146"/>
            <a:ext cx="3945584" cy="1158095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6867324" y="4979062"/>
            <a:ext cx="3730414" cy="296863"/>
          </a:xfrm>
        </p:spPr>
        <p:txBody>
          <a:bodyPr>
            <a:noAutofit/>
          </a:bodyPr>
          <a:lstStyle>
            <a:lvl1pPr algn="ctr">
              <a:buFontTx/>
              <a:buNone/>
              <a:defRPr sz="14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DD / MM / YYYY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6268278" y="2389006"/>
            <a:ext cx="4928890" cy="398462"/>
          </a:xfrm>
        </p:spPr>
        <p:txBody>
          <a:bodyPr anchor="ctr"/>
          <a:lstStyle>
            <a:lvl1pPr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82553" y="1138146"/>
            <a:ext cx="26894" cy="4608000"/>
          </a:xfrm>
          <a:prstGeom prst="lin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H="1">
            <a:off x="6279195" y="2296242"/>
            <a:ext cx="48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7652411" y="5415913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400" b="1" i="1" dirty="0">
                <a:solidFill>
                  <a:srgbClr val="00FFFF"/>
                </a:solidFill>
              </a:rPr>
              <a:t>Strictly Confidential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74171" y="6406007"/>
            <a:ext cx="118436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IN" sz="1100" b="1" i="1" dirty="0">
                <a:solidFill>
                  <a:prstClr val="white">
                    <a:lumMod val="85000"/>
                  </a:prstClr>
                </a:solidFill>
              </a:rPr>
              <a:t>Disclaimer:</a:t>
            </a:r>
            <a:r>
              <a:rPr lang="en-IN" sz="1100" i="1" dirty="0">
                <a:solidFill>
                  <a:prstClr val="white">
                    <a:lumMod val="85000"/>
                  </a:prstClr>
                </a:solidFill>
              </a:rPr>
              <a:t> This presentation is intended solely for viewing. No part of it may be circulated, quoted, or reproduced for distribution without prior written approval from Vistaar Financial Services Pvt. Ltd.</a:t>
            </a:r>
          </a:p>
          <a:p>
            <a:pPr defTabSz="914400"/>
            <a:r>
              <a:rPr lang="en-IN" sz="1100" i="1" dirty="0">
                <a:solidFill>
                  <a:prstClr val="white">
                    <a:lumMod val="85000"/>
                  </a:prstClr>
                </a:solidFill>
              </a:rPr>
              <a:t>Figures rounded off to the nearest digits across the presentation. Figures and ratios have been regrouped wherever necessary.</a:t>
            </a:r>
          </a:p>
        </p:txBody>
      </p:sp>
    </p:spTree>
    <p:extLst>
      <p:ext uri="{BB962C8B-B14F-4D97-AF65-F5344CB8AC3E}">
        <p14:creationId xmlns:p14="http://schemas.microsoft.com/office/powerpoint/2010/main" val="1233093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gradFill flip="none" rotWithShape="1">
          <a:gsLst>
            <a:gs pos="54000">
              <a:srgbClr val="005AA9"/>
            </a:gs>
            <a:gs pos="100000">
              <a:schemeClr val="bg2">
                <a:shade val="30000"/>
                <a:satMod val="20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342" y="9924"/>
            <a:ext cx="11335657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56343" y="2190747"/>
            <a:ext cx="4928532" cy="974658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6342" y="3819268"/>
            <a:ext cx="4928534" cy="8920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Summary</a:t>
            </a:r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42579" y="592451"/>
            <a:ext cx="3945584" cy="1158095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1450164" y="4832342"/>
            <a:ext cx="3730414" cy="296863"/>
          </a:xfrm>
        </p:spPr>
        <p:txBody>
          <a:bodyPr>
            <a:noAutofit/>
          </a:bodyPr>
          <a:lstStyle>
            <a:lvl1pPr algn="ctr">
              <a:buFontTx/>
              <a:buNone/>
              <a:defRPr sz="14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DD / MM / YYYY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856356" y="3363660"/>
            <a:ext cx="4928890" cy="398462"/>
          </a:xfrm>
        </p:spPr>
        <p:txBody>
          <a:bodyPr anchor="ctr"/>
          <a:lstStyle>
            <a:lvl1pPr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235251" y="5485133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400" b="1" i="1" dirty="0">
                <a:solidFill>
                  <a:prstClr val="white">
                    <a:lumMod val="85000"/>
                  </a:prstClr>
                </a:solidFill>
              </a:rPr>
              <a:t>Strictly Confidential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982080" y="2133600"/>
            <a:ext cx="475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540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gradFill flip="none" rotWithShape="1">
          <a:gsLst>
            <a:gs pos="54000">
              <a:srgbClr val="005AA9"/>
            </a:gs>
            <a:gs pos="100000">
              <a:schemeClr val="bg2">
                <a:shade val="30000"/>
                <a:satMod val="20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174171" y="6406007"/>
            <a:ext cx="118436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IN" sz="1100" b="1" i="1" dirty="0">
                <a:solidFill>
                  <a:prstClr val="white">
                    <a:lumMod val="75000"/>
                  </a:prstClr>
                </a:solidFill>
              </a:rPr>
              <a:t>Disclaimer:</a:t>
            </a:r>
            <a:r>
              <a:rPr lang="en-IN" sz="1100" i="1" dirty="0">
                <a:solidFill>
                  <a:prstClr val="white">
                    <a:lumMod val="75000"/>
                  </a:prstClr>
                </a:solidFill>
              </a:rPr>
              <a:t> This presentation is intended solely for viewing. No part of it may be circulated, quoted, or reproduced for distribution without prior written approval from Vistaar Financial Services Pvt. Ltd.</a:t>
            </a:r>
          </a:p>
          <a:p>
            <a:pPr defTabSz="914400"/>
            <a:r>
              <a:rPr lang="en-IN" sz="1100" i="1" dirty="0">
                <a:solidFill>
                  <a:prstClr val="white">
                    <a:lumMod val="75000"/>
                  </a:prstClr>
                </a:solidFill>
              </a:rPr>
              <a:t>Figures rounded off to the nearest digits across the presentation. Figures and ratios have been regrouped wherever necessary.</a:t>
            </a:r>
          </a:p>
        </p:txBody>
      </p:sp>
      <p:pic>
        <p:nvPicPr>
          <p:cNvPr id="12" name="Picture 11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342" y="9924"/>
            <a:ext cx="11335657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56343" y="2190747"/>
            <a:ext cx="4928532" cy="974658"/>
          </a:xfrm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6342" y="3819268"/>
            <a:ext cx="4928534" cy="8920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Summary</a:t>
            </a:r>
          </a:p>
        </p:txBody>
      </p:sp>
      <p:pic>
        <p:nvPicPr>
          <p:cNvPr id="9" name="Picture 8" descr="LogoDesign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42579" y="592451"/>
            <a:ext cx="3945584" cy="1158095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0" hasCustomPrompt="1"/>
          </p:nvPr>
        </p:nvSpPr>
        <p:spPr>
          <a:xfrm>
            <a:off x="1450164" y="4832342"/>
            <a:ext cx="3730414" cy="296863"/>
          </a:xfrm>
        </p:spPr>
        <p:txBody>
          <a:bodyPr>
            <a:noAutofit/>
          </a:bodyPr>
          <a:lstStyle>
            <a:lvl1pPr algn="ctr">
              <a:buFontTx/>
              <a:buNone/>
              <a:defRPr sz="14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DD / MM / YYYY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856356" y="3363660"/>
            <a:ext cx="4928890" cy="398462"/>
          </a:xfrm>
        </p:spPr>
        <p:txBody>
          <a:bodyPr anchor="ctr"/>
          <a:lstStyle>
            <a:lvl1pPr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235251" y="5485133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400" b="1" i="1" dirty="0">
                <a:solidFill>
                  <a:prstClr val="white">
                    <a:lumMod val="85000"/>
                  </a:prstClr>
                </a:solidFill>
              </a:rPr>
              <a:t>Strictly Confidential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 flipV="1">
            <a:off x="982080" y="2133600"/>
            <a:ext cx="475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946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5374" y="12219"/>
            <a:ext cx="11436626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74055" y="1298158"/>
            <a:ext cx="5486400" cy="1063095"/>
          </a:xfrm>
        </p:spPr>
        <p:txBody>
          <a:bodyPr anchor="t">
            <a:normAutofit/>
          </a:bodyPr>
          <a:lstStyle>
            <a:lvl1pPr algn="l">
              <a:defRPr sz="3200" b="1" cap="none" baseline="0"/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74055" y="2462852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rgbClr val="64788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9949" y="6482247"/>
            <a:ext cx="1322451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t="18293" b="16341"/>
          <a:stretch/>
        </p:blipFill>
        <p:spPr>
          <a:xfrm>
            <a:off x="10151086" y="5974402"/>
            <a:ext cx="1540176" cy="40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2444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reak-page Grey">
    <p:bg>
      <p:bgPr>
        <a:solidFill>
          <a:srgbClr val="6478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232" y="24438"/>
            <a:ext cx="11138767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53233" y="1279228"/>
            <a:ext cx="5486400" cy="106309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</a:t>
            </a:r>
            <a:r>
              <a:rPr lang="en-US" cap="none" dirty="0"/>
              <a:t>reak-Page Heading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53233" y="2443922"/>
            <a:ext cx="5486400" cy="719667"/>
          </a:xfrm>
        </p:spPr>
        <p:txBody>
          <a:bodyPr anchor="t" anchorCtr="0"/>
          <a:lstStyle>
            <a:lvl1pPr marL="0" indent="0">
              <a:buNone/>
              <a:defRPr sz="2000" b="0" i="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Break-Page Sub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D2FAFD5-AA9D-514A-B544-ACEB64A2952C}" type="slidenum">
              <a:rPr lang="en-US" smtClean="0">
                <a:solidFill>
                  <a:prstClr val="white">
                    <a:lumMod val="9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9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724" y="5564495"/>
            <a:ext cx="2374900" cy="92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85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0574" y="245611"/>
            <a:ext cx="10972800" cy="654499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0575" y="1194138"/>
            <a:ext cx="10972800" cy="4932025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0" b="1" i="0">
                <a:solidFill>
                  <a:srgbClr val="647882"/>
                </a:solidFill>
              </a:defRPr>
            </a:lvl2pPr>
            <a:lvl3pPr>
              <a:defRPr sz="1400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9949" y="6485943"/>
            <a:ext cx="1322451" cy="365125"/>
          </a:xfrm>
        </p:spPr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80574" y="6363897"/>
            <a:ext cx="9410400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949" y="6375546"/>
            <a:ext cx="1322452" cy="3035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580574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26597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174" y="12219"/>
            <a:ext cx="11131825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0" b="1" i="0">
                <a:solidFill>
                  <a:srgbClr val="647882"/>
                </a:solidFill>
              </a:defRPr>
            </a:lvl2pPr>
            <a:lvl3pPr>
              <a:defRPr sz="1400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9949" y="6482246"/>
            <a:ext cx="1322451" cy="365125"/>
          </a:xfrm>
        </p:spPr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59948" y="6365926"/>
            <a:ext cx="1322452" cy="299917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5218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Slide Heading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948" y="6366990"/>
            <a:ext cx="1316299" cy="298853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0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#1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4910667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0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#2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805333" y="13970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0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#3</a:t>
            </a:r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0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#4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7" hasCustomPrompt="1"/>
          </p:nvPr>
        </p:nvSpPr>
        <p:spPr>
          <a:xfrm>
            <a:off x="4910667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0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#5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18" hasCustomPrompt="1"/>
          </p:nvPr>
        </p:nvSpPr>
        <p:spPr>
          <a:xfrm>
            <a:off x="8805333" y="4000500"/>
            <a:ext cx="2777067" cy="2032000"/>
          </a:xfrm>
        </p:spPr>
        <p:txBody>
          <a:bodyPr>
            <a:normAutofit/>
          </a:bodyPr>
          <a:lstStyle>
            <a:lvl1pPr>
              <a:buFontTx/>
              <a:buNone/>
              <a:defRPr sz="1800" b="0" i="0">
                <a:solidFill>
                  <a:srgbClr val="647882"/>
                </a:solidFill>
              </a:defRPr>
            </a:lvl1pPr>
          </a:lstStyle>
          <a:p>
            <a:pPr lvl="0"/>
            <a:r>
              <a:rPr lang="en-US" dirty="0"/>
              <a:t>Point #6</a:t>
            </a:r>
          </a:p>
        </p:txBody>
      </p:sp>
    </p:spTree>
    <p:extLst>
      <p:ext uri="{BB962C8B-B14F-4D97-AF65-F5344CB8AC3E}">
        <p14:creationId xmlns:p14="http://schemas.microsoft.com/office/powerpoint/2010/main" val="18085946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8"/>
            <a:ext cx="5249333" cy="4932025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0" b="1" i="0">
                <a:solidFill>
                  <a:srgbClr val="647882"/>
                </a:solidFill>
              </a:defRPr>
            </a:lvl2pPr>
            <a:lvl3pPr>
              <a:defRPr sz="1400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9949" y="6468994"/>
            <a:ext cx="1322451" cy="365125"/>
          </a:xfrm>
        </p:spPr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949" y="6362412"/>
            <a:ext cx="1326353" cy="303431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299200" y="1193801"/>
            <a:ext cx="5283200" cy="49323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1776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53068"/>
            <a:ext cx="5384800" cy="4873096"/>
          </a:xfrm>
        </p:spPr>
        <p:txBody>
          <a:bodyPr/>
          <a:lstStyle>
            <a:lvl1pPr>
              <a:defRPr sz="1800">
                <a:solidFill>
                  <a:srgbClr val="647882"/>
                </a:solidFill>
              </a:defRPr>
            </a:lvl1pPr>
            <a:lvl2pPr>
              <a:defRPr sz="1400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59949" y="6482246"/>
            <a:ext cx="1322451" cy="365125"/>
          </a:xfrm>
        </p:spPr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197600" y="1253068"/>
            <a:ext cx="5384800" cy="4873096"/>
          </a:xfrm>
        </p:spPr>
        <p:txBody>
          <a:bodyPr/>
          <a:lstStyle>
            <a:lvl1pPr>
              <a:defRPr sz="1800">
                <a:solidFill>
                  <a:srgbClr val="647882"/>
                </a:solidFill>
              </a:defRPr>
            </a:lvl1pPr>
            <a:lvl2pPr>
              <a:defRPr sz="1400" b="0" i="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949" y="6362412"/>
            <a:ext cx="1326353" cy="30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83194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69382" y="6486051"/>
            <a:ext cx="1322451" cy="365125"/>
          </a:xfrm>
        </p:spPr>
        <p:txBody>
          <a:bodyPr anchor="ctr" anchorCtr="0"/>
          <a:lstStyle/>
          <a:p>
            <a:fld id="{E4B1294F-4BEF-6146-85AE-25C1EC86D7E0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600" y="1092200"/>
            <a:ext cx="10972800" cy="50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9"/>
            <a:ext cx="10972800" cy="654499"/>
          </a:xfrm>
        </p:spPr>
        <p:txBody>
          <a:bodyPr anchor="ctr"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t="18293" b="16341"/>
          <a:stretch/>
        </p:blipFill>
        <p:spPr>
          <a:xfrm>
            <a:off x="10151086" y="6228402"/>
            <a:ext cx="1540176" cy="40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90851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59949" y="6482246"/>
            <a:ext cx="1322451" cy="365125"/>
          </a:xfrm>
        </p:spPr>
        <p:txBody>
          <a:bodyPr anchor="ctr" anchorCtr="0"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203245" y="1092200"/>
            <a:ext cx="5379156" cy="50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9"/>
            <a:ext cx="10972800" cy="654499"/>
          </a:xfrm>
        </p:spPr>
        <p:txBody>
          <a:bodyPr anchor="ctr"/>
          <a:lstStyle/>
          <a:p>
            <a:r>
              <a:rPr lang="en-US" dirty="0"/>
              <a:t>Slide Heading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949" y="6362412"/>
            <a:ext cx="1326353" cy="303431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609599" y="1092200"/>
            <a:ext cx="5373511" cy="23844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609599" y="3660776"/>
            <a:ext cx="5373511" cy="25114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6039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3972" y="6454281"/>
            <a:ext cx="1322451" cy="365125"/>
          </a:xfrm>
        </p:spPr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/>
          <p:cNvSpPr>
            <a:spLocks noGrp="1"/>
          </p:cNvSpPr>
          <p:nvPr>
            <p:ph type="chart" sz="quarter" idx="13"/>
          </p:nvPr>
        </p:nvSpPr>
        <p:spPr>
          <a:xfrm>
            <a:off x="4741333" y="1155701"/>
            <a:ext cx="6841067" cy="4970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9"/>
            <a:ext cx="10972800" cy="654499"/>
          </a:xfrm>
        </p:spPr>
        <p:txBody>
          <a:bodyPr anchor="ctr"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55701"/>
            <a:ext cx="3877733" cy="4970463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0" b="1" i="0">
                <a:solidFill>
                  <a:srgbClr val="647882"/>
                </a:solidFill>
              </a:defRPr>
            </a:lvl2pPr>
            <a:lvl3pPr>
              <a:defRPr sz="1400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t="18293" b="16341"/>
          <a:stretch/>
        </p:blipFill>
        <p:spPr>
          <a:xfrm>
            <a:off x="10151086" y="6228402"/>
            <a:ext cx="1540176" cy="40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7215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155700"/>
            <a:ext cx="10972799" cy="444500"/>
          </a:xfrm>
        </p:spPr>
        <p:txBody>
          <a:bodyPr/>
          <a:lstStyle>
            <a:lvl1pPr marL="0" indent="0">
              <a:buNone/>
              <a:defRPr sz="1400">
                <a:solidFill>
                  <a:srgbClr val="64788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59949" y="6482246"/>
            <a:ext cx="1322451" cy="365125"/>
          </a:xfrm>
        </p:spPr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949" y="6362412"/>
            <a:ext cx="1326353" cy="303431"/>
          </a:xfrm>
          <a:prstGeom prst="rect">
            <a:avLst/>
          </a:prstGeom>
        </p:spPr>
      </p:pic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9"/>
            <a:ext cx="10972800" cy="654499"/>
          </a:xfrm>
        </p:spPr>
        <p:txBody>
          <a:bodyPr anchor="ctr"/>
          <a:lstStyle/>
          <a:p>
            <a:r>
              <a:rPr lang="en-US" dirty="0"/>
              <a:t>Slide Heading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609600" y="1752601"/>
            <a:ext cx="10972800" cy="43735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7330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/>
          <a:p>
            <a:r>
              <a:rPr lang="en-US" dirty="0"/>
              <a:t>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194139"/>
            <a:ext cx="5283200" cy="2234862"/>
          </a:xfrm>
        </p:spPr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0" b="1" i="0">
                <a:solidFill>
                  <a:srgbClr val="647882"/>
                </a:solidFill>
              </a:defRPr>
            </a:lvl2pPr>
            <a:lvl3pPr>
              <a:defRPr sz="1400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9949" y="6482246"/>
            <a:ext cx="1322451" cy="365125"/>
          </a:xfrm>
        </p:spPr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LogoDesign-0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948" y="6356350"/>
            <a:ext cx="1322452" cy="296241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6316133" y="1193800"/>
            <a:ext cx="5266267" cy="48387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91383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342" y="24438"/>
            <a:ext cx="11335657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2637296"/>
            <a:ext cx="5384800" cy="654499"/>
          </a:xfrm>
        </p:spPr>
        <p:txBody>
          <a:bodyPr anchor="ctr" anchorCtr="1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~ Thank You ~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015880" y="3705754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600" b="1" i="1" dirty="0">
                <a:solidFill>
                  <a:srgbClr val="00FFFF"/>
                </a:solidFill>
              </a:rPr>
              <a:t>Strictly Confidential</a:t>
            </a:r>
          </a:p>
        </p:txBody>
      </p:sp>
      <p:pic>
        <p:nvPicPr>
          <p:cNvPr id="4" name="Picture 3" descr="LogoDesign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1677" y="5911732"/>
            <a:ext cx="2446408" cy="61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50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bg>
      <p:bgPr>
        <a:gradFill flip="none" rotWithShape="1">
          <a:gsLst>
            <a:gs pos="0">
              <a:schemeClr val="bg1">
                <a:tint val="80000"/>
                <a:satMod val="300000"/>
              </a:schemeClr>
            </a:gs>
            <a:gs pos="54000">
              <a:srgbClr val="DFDFDF"/>
            </a:gs>
            <a:gs pos="100000">
              <a:schemeClr val="bg1">
                <a:lumMod val="7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8286" y="0"/>
            <a:ext cx="11379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2579237"/>
            <a:ext cx="5384800" cy="654499"/>
          </a:xfrm>
        </p:spPr>
        <p:txBody>
          <a:bodyPr anchor="ctr" anchorCtr="1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~ Thank You ~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5015880" y="3647695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600" b="1" i="1" dirty="0">
                <a:solidFill>
                  <a:srgbClr val="0000FF"/>
                </a:solidFill>
              </a:rPr>
              <a:t>Strictly Confidential</a:t>
            </a:r>
          </a:p>
        </p:txBody>
      </p:sp>
      <p:pic>
        <p:nvPicPr>
          <p:cNvPr id="5" name="Picture 4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96942" y="5933186"/>
            <a:ext cx="2257437" cy="5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34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gradFill flip="none" rotWithShape="1">
          <a:gsLst>
            <a:gs pos="0">
              <a:schemeClr val="bg1"/>
            </a:gs>
            <a:gs pos="35000">
              <a:srgbClr val="DFDFDF"/>
            </a:gs>
            <a:gs pos="88000">
              <a:schemeClr val="bg1">
                <a:lumMod val="6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atermark_Pattern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8286" y="0"/>
            <a:ext cx="11379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9220" y="4654563"/>
            <a:ext cx="5234880" cy="654499"/>
          </a:xfrm>
        </p:spPr>
        <p:txBody>
          <a:bodyPr anchor="ctr" anchorCtr="1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~ Thank You ~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926540" y="5500114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600" b="1" i="1" dirty="0">
                <a:solidFill>
                  <a:srgbClr val="0000FF"/>
                </a:solidFill>
              </a:rPr>
              <a:t>Strictly Confidential</a:t>
            </a:r>
          </a:p>
        </p:txBody>
      </p:sp>
      <p:pic>
        <p:nvPicPr>
          <p:cNvPr id="5" name="Picture 4" descr="LogoDesign-02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96942" y="5933186"/>
            <a:ext cx="2257437" cy="5546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2676"/>
          <a:stretch>
            <a:fillRect/>
          </a:stretch>
        </p:blipFill>
        <p:spPr>
          <a:xfrm>
            <a:off x="389219" y="268942"/>
            <a:ext cx="8188721" cy="19105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959"/>
          <a:stretch>
            <a:fillRect/>
          </a:stretch>
        </p:blipFill>
        <p:spPr>
          <a:xfrm>
            <a:off x="389219" y="2448402"/>
            <a:ext cx="5605179" cy="189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75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termark_Pattern_White-0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342" y="24438"/>
            <a:ext cx="11335657" cy="68335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2622780"/>
            <a:ext cx="5384800" cy="654499"/>
          </a:xfrm>
        </p:spPr>
        <p:txBody>
          <a:bodyPr anchor="ctr" anchorCtr="1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~ Thank You ~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015880" y="3691238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600" b="1" i="1" dirty="0">
                <a:solidFill>
                  <a:srgbClr val="00FFFF"/>
                </a:solidFill>
              </a:rPr>
              <a:t>Strictly Confidential</a:t>
            </a:r>
          </a:p>
        </p:txBody>
      </p:sp>
      <p:pic>
        <p:nvPicPr>
          <p:cNvPr id="6" name="Picture 5" descr="LogoDesign-0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72259" y="5897217"/>
            <a:ext cx="2389111" cy="60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8196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bg>
      <p:bgPr>
        <a:solidFill>
          <a:srgbClr val="005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56000" y="2622780"/>
            <a:ext cx="5384800" cy="654499"/>
          </a:xfrm>
        </p:spPr>
        <p:txBody>
          <a:bodyPr anchor="ctr" anchorCtr="1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~ Thank You ~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5015880" y="3691238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1600" b="1" i="1" dirty="0">
                <a:solidFill>
                  <a:srgbClr val="00FFFF"/>
                </a:solidFill>
              </a:rP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4402582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0" b="1" i="0">
                <a:solidFill>
                  <a:srgbClr val="647882"/>
                </a:solidFill>
              </a:defRPr>
            </a:lvl2pPr>
            <a:lvl3pPr>
              <a:defRPr sz="1400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t="18293" b="16341"/>
          <a:stretch/>
        </p:blipFill>
        <p:spPr>
          <a:xfrm>
            <a:off x="10151086" y="6228402"/>
            <a:ext cx="1540176" cy="40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4504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>
                <a:solidFill>
                  <a:srgbClr val="0081C5"/>
                </a:solidFill>
              </a:defRPr>
            </a:lvl1pPr>
            <a:lvl2pPr>
              <a:defRPr sz="1800" b="1" i="0">
                <a:solidFill>
                  <a:srgbClr val="647882"/>
                </a:solidFill>
              </a:defRPr>
            </a:lvl2pPr>
            <a:lvl3pPr>
              <a:defRPr sz="1400"/>
            </a:lvl3pPr>
          </a:lstStyle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6356350"/>
            <a:ext cx="9411915" cy="1588"/>
          </a:xfrm>
          <a:prstGeom prst="line">
            <a:avLst/>
          </a:prstGeom>
          <a:ln>
            <a:solidFill>
              <a:srgbClr val="B0B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10800000" flipH="1">
            <a:off x="609600" y="927548"/>
            <a:ext cx="10972800" cy="1588"/>
          </a:xfrm>
          <a:prstGeom prst="line">
            <a:avLst/>
          </a:prstGeom>
          <a:ln w="47625">
            <a:solidFill>
              <a:srgbClr val="005AA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t="18293" b="16341"/>
          <a:stretch/>
        </p:blipFill>
        <p:spPr>
          <a:xfrm>
            <a:off x="10151086" y="6260152"/>
            <a:ext cx="1540176" cy="40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2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5" Type="http://schemas.openxmlformats.org/officeDocument/2006/relationships/theme" Target="../theme/theme5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9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130.xml"/><Relationship Id="rId26" Type="http://schemas.openxmlformats.org/officeDocument/2006/relationships/theme" Target="../theme/theme7.xml"/><Relationship Id="rId3" Type="http://schemas.openxmlformats.org/officeDocument/2006/relationships/slideLayout" Target="../slideLayouts/slideLayout115.xml"/><Relationship Id="rId21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9.xml"/><Relationship Id="rId25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20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24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7.xml"/><Relationship Id="rId23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1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51"/>
            <a:ext cx="10972800" cy="6544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Slide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4138"/>
            <a:ext cx="10972800" cy="4932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1" y="6356363"/>
            <a:ext cx="1322451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200">
                <a:solidFill>
                  <a:srgbClr val="B0BFC8"/>
                </a:solidFill>
              </a:defRPr>
            </a:lvl1pPr>
          </a:lstStyle>
          <a:p>
            <a:pPr defTabSz="914354"/>
            <a:fld id="{9120C363-6B38-244D-8C13-3519D9040148}" type="slidenum">
              <a:rPr lang="en-US" smtClean="0"/>
              <a:pPr defTabSz="914354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t="18293" b="16341"/>
          <a:stretch/>
        </p:blipFill>
        <p:spPr>
          <a:xfrm>
            <a:off x="9817584" y="6213243"/>
            <a:ext cx="2357265" cy="49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2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702" r:id="rId18"/>
    <p:sldLayoutId id="2147483704" r:id="rId19"/>
    <p:sldLayoutId id="2147484958" r:id="rId20"/>
  </p:sldLayoutIdLst>
  <p:hf hdr="0" ftr="0" dt="0"/>
  <p:txStyles>
    <p:titleStyle>
      <a:lvl1pPr algn="l" defTabSz="457177" rtl="0" eaLnBrk="1" latinLnBrk="0" hangingPunct="1">
        <a:spcBef>
          <a:spcPct val="0"/>
        </a:spcBef>
        <a:buNone/>
        <a:defRPr sz="2400" b="1" i="0" kern="1200" baseline="0">
          <a:solidFill>
            <a:srgbClr val="005AA9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2000" b="1" i="0" kern="1200">
          <a:solidFill>
            <a:srgbClr val="0081C5"/>
          </a:solidFill>
          <a:latin typeface="+mn-lt"/>
          <a:ea typeface="+mn-ea"/>
          <a:cs typeface="+mn-cs"/>
        </a:defRPr>
      </a:lvl1pPr>
      <a:lvl2pPr marL="742913" indent="-285737" algn="l" defTabSz="457177" rtl="0" eaLnBrk="1" latinLnBrk="0" hangingPunct="1">
        <a:spcBef>
          <a:spcPct val="20000"/>
        </a:spcBef>
        <a:buFont typeface="Arial"/>
        <a:buChar char="–"/>
        <a:defRPr sz="1801" b="1" i="0" kern="1200" baseline="0">
          <a:solidFill>
            <a:srgbClr val="647882"/>
          </a:solidFill>
          <a:latin typeface="+mn-lt"/>
          <a:ea typeface="+mn-ea"/>
          <a:cs typeface="+mn-cs"/>
        </a:defRPr>
      </a:lvl2pPr>
      <a:lvl3pPr marL="1142943" indent="-228589" algn="l" defTabSz="457177" rtl="0" eaLnBrk="1" latinLnBrk="0" hangingPunct="1">
        <a:spcBef>
          <a:spcPct val="20000"/>
        </a:spcBef>
        <a:buFont typeface="Arial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1" indent="-228589" algn="l" defTabSz="45717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6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51"/>
            <a:ext cx="10972800" cy="6544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Slide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4138"/>
            <a:ext cx="10972800" cy="4932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1" y="6356363"/>
            <a:ext cx="1322451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200">
                <a:solidFill>
                  <a:srgbClr val="B0BFC8"/>
                </a:solidFill>
              </a:defRPr>
            </a:lvl1pPr>
          </a:lstStyle>
          <a:p>
            <a:pPr defTabSz="914354"/>
            <a:fld id="{9120C363-6B38-244D-8C13-3519D9040148}" type="slidenum">
              <a:rPr lang="en-US" smtClean="0"/>
              <a:pPr defTabSz="914354"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" t="18293" b="16341"/>
          <a:stretch/>
        </p:blipFill>
        <p:spPr>
          <a:xfrm>
            <a:off x="9817584" y="6213243"/>
            <a:ext cx="2357265" cy="49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6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36" r:id="rId18"/>
  </p:sldLayoutIdLst>
  <p:hf hdr="0" ftr="0" dt="0"/>
  <p:txStyles>
    <p:titleStyle>
      <a:lvl1pPr algn="l" defTabSz="457177" rtl="0" eaLnBrk="1" latinLnBrk="0" hangingPunct="1">
        <a:spcBef>
          <a:spcPct val="0"/>
        </a:spcBef>
        <a:buNone/>
        <a:defRPr sz="2400" b="1" i="0" kern="1200" baseline="0">
          <a:solidFill>
            <a:srgbClr val="005AA9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2000" b="1" i="0" kern="1200">
          <a:solidFill>
            <a:srgbClr val="0081C5"/>
          </a:solidFill>
          <a:latin typeface="+mn-lt"/>
          <a:ea typeface="+mn-ea"/>
          <a:cs typeface="+mn-cs"/>
        </a:defRPr>
      </a:lvl1pPr>
      <a:lvl2pPr marL="742913" indent="-285737" algn="l" defTabSz="457177" rtl="0" eaLnBrk="1" latinLnBrk="0" hangingPunct="1">
        <a:spcBef>
          <a:spcPct val="20000"/>
        </a:spcBef>
        <a:buFont typeface="Arial"/>
        <a:buChar char="–"/>
        <a:defRPr sz="1801" b="1" i="0" kern="1200" baseline="0">
          <a:solidFill>
            <a:srgbClr val="647882"/>
          </a:solidFill>
          <a:latin typeface="+mn-lt"/>
          <a:ea typeface="+mn-ea"/>
          <a:cs typeface="+mn-cs"/>
        </a:defRPr>
      </a:lvl2pPr>
      <a:lvl3pPr marL="1142943" indent="-228589" algn="l" defTabSz="457177" rtl="0" eaLnBrk="1" latinLnBrk="0" hangingPunct="1">
        <a:spcBef>
          <a:spcPct val="20000"/>
        </a:spcBef>
        <a:buFont typeface="Arial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1" indent="-228589" algn="l" defTabSz="45717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6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55"/>
            <a:ext cx="10972800" cy="6544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Slide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4138"/>
            <a:ext cx="10972800" cy="4932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1" y="6356367"/>
            <a:ext cx="1322451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200">
                <a:solidFill>
                  <a:srgbClr val="B0BFC8"/>
                </a:solidFill>
              </a:defRPr>
            </a:lvl1pPr>
          </a:lstStyle>
          <a:p>
            <a:pPr defTabSz="914354"/>
            <a:fld id="{9120C363-6B38-244D-8C13-3519D9040148}" type="slidenum">
              <a:rPr lang="en-US" smtClean="0"/>
              <a:pPr defTabSz="914354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001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  <p:sldLayoutId id="2147483823" r:id="rId17"/>
    <p:sldLayoutId id="2147483824" r:id="rId18"/>
    <p:sldLayoutId id="2147483825" r:id="rId19"/>
    <p:sldLayoutId id="2147483826" r:id="rId20"/>
    <p:sldLayoutId id="2147483827" r:id="rId21"/>
    <p:sldLayoutId id="2147483830" r:id="rId22"/>
    <p:sldLayoutId id="2147483833" r:id="rId23"/>
    <p:sldLayoutId id="2147483834" r:id="rId24"/>
    <p:sldLayoutId id="2147483840" r:id="rId25"/>
  </p:sldLayoutIdLst>
  <p:hf hdr="0" ftr="0" dt="0"/>
  <p:txStyles>
    <p:titleStyle>
      <a:lvl1pPr algn="l" defTabSz="457166" rtl="0" eaLnBrk="1" latinLnBrk="0" hangingPunct="1">
        <a:spcBef>
          <a:spcPct val="0"/>
        </a:spcBef>
        <a:buNone/>
        <a:defRPr sz="2400" b="1" i="0" kern="1200" baseline="0">
          <a:solidFill>
            <a:srgbClr val="005AA9"/>
          </a:solidFill>
          <a:latin typeface="+mj-lt"/>
          <a:ea typeface="+mj-ea"/>
          <a:cs typeface="+mj-cs"/>
        </a:defRPr>
      </a:lvl1pPr>
    </p:titleStyle>
    <p:bodyStyle>
      <a:lvl1pPr marL="342874" indent="-342874" algn="l" defTabSz="457166" rtl="0" eaLnBrk="1" latinLnBrk="0" hangingPunct="1">
        <a:spcBef>
          <a:spcPct val="20000"/>
        </a:spcBef>
        <a:buFont typeface="Arial"/>
        <a:buChar char="•"/>
        <a:defRPr sz="2000" b="1" i="0" kern="1200">
          <a:solidFill>
            <a:srgbClr val="0081C5"/>
          </a:solidFill>
          <a:latin typeface="+mn-lt"/>
          <a:ea typeface="+mn-ea"/>
          <a:cs typeface="+mn-cs"/>
        </a:defRPr>
      </a:lvl1pPr>
      <a:lvl2pPr marL="742895" indent="-285730" algn="l" defTabSz="457166" rtl="0" eaLnBrk="1" latinLnBrk="0" hangingPunct="1">
        <a:spcBef>
          <a:spcPct val="20000"/>
        </a:spcBef>
        <a:buFont typeface="Arial"/>
        <a:buChar char="–"/>
        <a:defRPr sz="1801" b="1" i="0" kern="1200" baseline="0">
          <a:solidFill>
            <a:srgbClr val="647882"/>
          </a:solidFill>
          <a:latin typeface="+mn-lt"/>
          <a:ea typeface="+mn-ea"/>
          <a:cs typeface="+mn-cs"/>
        </a:defRPr>
      </a:lvl2pPr>
      <a:lvl3pPr marL="1142914" indent="-228584" algn="l" defTabSz="457166" rtl="0" eaLnBrk="1" latinLnBrk="0" hangingPunct="1">
        <a:spcBef>
          <a:spcPct val="20000"/>
        </a:spcBef>
        <a:buFont typeface="Arial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457166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6" indent="-228584" algn="l" defTabSz="457166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45716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45716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45716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8" indent="-228584" algn="l" defTabSz="457166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8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457166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51"/>
            <a:ext cx="10972800" cy="6544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Slide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4138"/>
            <a:ext cx="10972800" cy="4932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1" y="6356363"/>
            <a:ext cx="1322451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200">
                <a:solidFill>
                  <a:srgbClr val="B0BFC8"/>
                </a:solidFill>
              </a:defRPr>
            </a:lvl1pPr>
          </a:lstStyle>
          <a:p>
            <a:pPr defTabSz="914354"/>
            <a:fld id="{9120C363-6B38-244D-8C13-3519D9040148}" type="slidenum">
              <a:rPr lang="en-US" smtClean="0"/>
              <a:pPr defTabSz="914354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19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6" r:id="rId22"/>
    <p:sldLayoutId id="2147483899" r:id="rId23"/>
    <p:sldLayoutId id="2147483900" r:id="rId24"/>
  </p:sldLayoutIdLst>
  <p:hf hdr="0" ftr="0" dt="0"/>
  <p:txStyles>
    <p:titleStyle>
      <a:lvl1pPr algn="l" defTabSz="457177" rtl="0" eaLnBrk="1" latinLnBrk="0" hangingPunct="1">
        <a:spcBef>
          <a:spcPct val="0"/>
        </a:spcBef>
        <a:buNone/>
        <a:defRPr sz="2400" b="1" i="0" kern="1200" baseline="0">
          <a:solidFill>
            <a:srgbClr val="005AA9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2000" b="1" i="0" kern="1200">
          <a:solidFill>
            <a:srgbClr val="0081C5"/>
          </a:solidFill>
          <a:latin typeface="+mn-lt"/>
          <a:ea typeface="+mn-ea"/>
          <a:cs typeface="+mn-cs"/>
        </a:defRPr>
      </a:lvl1pPr>
      <a:lvl2pPr marL="742913" indent="-285737" algn="l" defTabSz="457177" rtl="0" eaLnBrk="1" latinLnBrk="0" hangingPunct="1">
        <a:spcBef>
          <a:spcPct val="20000"/>
        </a:spcBef>
        <a:buFont typeface="Arial"/>
        <a:buChar char="–"/>
        <a:defRPr sz="1801" b="1" i="0" kern="1200" baseline="0">
          <a:solidFill>
            <a:srgbClr val="647882"/>
          </a:solidFill>
          <a:latin typeface="+mn-lt"/>
          <a:ea typeface="+mn-ea"/>
          <a:cs typeface="+mn-cs"/>
        </a:defRPr>
      </a:lvl2pPr>
      <a:lvl3pPr marL="1142943" indent="-228589" algn="l" defTabSz="457177" rtl="0" eaLnBrk="1" latinLnBrk="0" hangingPunct="1">
        <a:spcBef>
          <a:spcPct val="20000"/>
        </a:spcBef>
        <a:buFont typeface="Arial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1" indent="-228589" algn="l" defTabSz="45717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6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55"/>
            <a:ext cx="10972800" cy="6544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Slide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4138"/>
            <a:ext cx="10972800" cy="4932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1" y="6356367"/>
            <a:ext cx="1322451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200">
                <a:solidFill>
                  <a:srgbClr val="B0BFC8"/>
                </a:solidFill>
              </a:defRPr>
            </a:lvl1pPr>
          </a:lstStyle>
          <a:p>
            <a:pPr defTabSz="914354"/>
            <a:fld id="{9120C363-6B38-244D-8C13-3519D9040148}" type="slidenum">
              <a:rPr lang="en-US" smtClean="0"/>
              <a:pPr defTabSz="914354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06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  <p:sldLayoutId id="2147483925" r:id="rId19"/>
    <p:sldLayoutId id="2147483926" r:id="rId20"/>
    <p:sldLayoutId id="2147483927" r:id="rId21"/>
    <p:sldLayoutId id="2147483930" r:id="rId22"/>
    <p:sldLayoutId id="2147483933" r:id="rId23"/>
    <p:sldLayoutId id="2147483934" r:id="rId24"/>
  </p:sldLayoutIdLst>
  <p:hf hdr="0" ftr="0" dt="0"/>
  <p:txStyles>
    <p:titleStyle>
      <a:lvl1pPr algn="l" defTabSz="457177" rtl="0" eaLnBrk="1" latinLnBrk="0" hangingPunct="1">
        <a:spcBef>
          <a:spcPct val="0"/>
        </a:spcBef>
        <a:buNone/>
        <a:defRPr sz="2400" b="1" i="0" kern="1200" baseline="0">
          <a:solidFill>
            <a:srgbClr val="005AA9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457177" rtl="0" eaLnBrk="1" latinLnBrk="0" hangingPunct="1">
        <a:spcBef>
          <a:spcPct val="20000"/>
        </a:spcBef>
        <a:buFont typeface="Arial"/>
        <a:buChar char="•"/>
        <a:defRPr sz="2000" b="1" i="0" kern="1200">
          <a:solidFill>
            <a:srgbClr val="0081C5"/>
          </a:solidFill>
          <a:latin typeface="+mn-lt"/>
          <a:ea typeface="+mn-ea"/>
          <a:cs typeface="+mn-cs"/>
        </a:defRPr>
      </a:lvl1pPr>
      <a:lvl2pPr marL="742913" indent="-285737" algn="l" defTabSz="457177" rtl="0" eaLnBrk="1" latinLnBrk="0" hangingPunct="1">
        <a:spcBef>
          <a:spcPct val="20000"/>
        </a:spcBef>
        <a:buFont typeface="Arial"/>
        <a:buChar char="–"/>
        <a:defRPr sz="1801" b="1" i="0" kern="1200" baseline="0">
          <a:solidFill>
            <a:srgbClr val="647882"/>
          </a:solidFill>
          <a:latin typeface="+mn-lt"/>
          <a:ea typeface="+mn-ea"/>
          <a:cs typeface="+mn-cs"/>
        </a:defRPr>
      </a:lvl2pPr>
      <a:lvl3pPr marL="1142943" indent="-228589" algn="l" defTabSz="457177" rtl="0" eaLnBrk="1" latinLnBrk="0" hangingPunct="1">
        <a:spcBef>
          <a:spcPct val="20000"/>
        </a:spcBef>
        <a:buFont typeface="Arial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1" indent="-228589" algn="l" defTabSz="45717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45717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6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45717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51"/>
            <a:ext cx="10972800" cy="6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AA9"/>
              </a:buClr>
              <a:buSzPts val="2400"/>
              <a:buFont typeface="Calibri"/>
              <a:buNone/>
              <a:defRPr sz="2400" b="1" i="0" u="none" strike="noStrike" cap="none">
                <a:solidFill>
                  <a:srgbClr val="005A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194138"/>
            <a:ext cx="10972800" cy="493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81C5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0081C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647882"/>
              </a:buClr>
              <a:buSzPts val="1800"/>
              <a:buFont typeface="Arial"/>
              <a:buChar char="–"/>
              <a:defRPr sz="1800" b="1" i="0" u="none" strike="noStrike" cap="none">
                <a:solidFill>
                  <a:srgbClr val="64788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09601" y="6356363"/>
            <a:ext cx="132245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0BFC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914354"/>
            <a:fld id="{00000000-1234-1234-1234-123412341234}" type="slidenum">
              <a:rPr lang="en-IN" kern="0" smtClean="0"/>
              <a:pPr defTabSz="914354"/>
              <a:t>‹#›</a:t>
            </a:fld>
            <a:endParaRPr lang="en-IN" kern="0"/>
          </a:p>
        </p:txBody>
      </p:sp>
    </p:spTree>
    <p:extLst>
      <p:ext uri="{BB962C8B-B14F-4D97-AF65-F5344CB8AC3E}">
        <p14:creationId xmlns:p14="http://schemas.microsoft.com/office/powerpoint/2010/main" val="5540524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492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1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6544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/>
              <a:t>Slide 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4138"/>
            <a:ext cx="10972800" cy="4932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Sub-Heading #1</a:t>
            </a:r>
          </a:p>
          <a:p>
            <a:pPr lvl="1"/>
            <a:r>
              <a:rPr lang="en-US" dirty="0"/>
              <a:t>Sub-Heading #2</a:t>
            </a:r>
          </a:p>
          <a:p>
            <a:pPr lvl="2"/>
            <a:r>
              <a:rPr lang="en-US" dirty="0"/>
              <a:t>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9949" y="6486032"/>
            <a:ext cx="1322451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120C363-6B38-244D-8C13-3519D9040148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92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0" r:id="rId1"/>
    <p:sldLayoutId id="2147485091" r:id="rId2"/>
    <p:sldLayoutId id="2147485092" r:id="rId3"/>
    <p:sldLayoutId id="2147485093" r:id="rId4"/>
    <p:sldLayoutId id="2147485094" r:id="rId5"/>
    <p:sldLayoutId id="2147485095" r:id="rId6"/>
    <p:sldLayoutId id="2147485096" r:id="rId7"/>
    <p:sldLayoutId id="2147485097" r:id="rId8"/>
    <p:sldLayoutId id="2147485098" r:id="rId9"/>
    <p:sldLayoutId id="2147485099" r:id="rId10"/>
    <p:sldLayoutId id="2147485100" r:id="rId11"/>
    <p:sldLayoutId id="2147485101" r:id="rId12"/>
    <p:sldLayoutId id="2147485102" r:id="rId13"/>
    <p:sldLayoutId id="2147485103" r:id="rId14"/>
    <p:sldLayoutId id="2147485104" r:id="rId15"/>
    <p:sldLayoutId id="2147485105" r:id="rId16"/>
    <p:sldLayoutId id="2147485106" r:id="rId17"/>
    <p:sldLayoutId id="2147485107" r:id="rId18"/>
    <p:sldLayoutId id="2147485108" r:id="rId19"/>
    <p:sldLayoutId id="2147485109" r:id="rId20"/>
    <p:sldLayoutId id="2147485110" r:id="rId21"/>
    <p:sldLayoutId id="2147485111" r:id="rId22"/>
    <p:sldLayoutId id="2147485112" r:id="rId23"/>
    <p:sldLayoutId id="2147485113" r:id="rId24"/>
    <p:sldLayoutId id="2147485114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1" i="0" kern="1200" baseline="0">
          <a:solidFill>
            <a:srgbClr val="005AA9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b="1" i="0" kern="1200">
          <a:solidFill>
            <a:srgbClr val="0081C5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800" b="1" i="0" kern="1200" baseline="0">
          <a:solidFill>
            <a:srgbClr val="64788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24377" y="6454405"/>
            <a:ext cx="3825599" cy="48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 sz="3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54"/>
            <a:r>
              <a:rPr lang="en-GB" sz="1401" kern="0" dirty="0"/>
              <a:t>Strictly Confidential</a:t>
            </a:r>
            <a:endParaRPr lang="en-IN" sz="1401" kern="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299577" y="1322425"/>
            <a:ext cx="5100799" cy="886807"/>
          </a:xfrm>
          <a:prstGeom prst="rect">
            <a:avLst/>
          </a:prstGeom>
        </p:spPr>
        <p:txBody>
          <a:bodyPr vert="horz" lIns="91440" tIns="45721" rIns="91440" bIns="45721" rtlCol="0" anchor="t" anchorCtr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Steering Committee</a:t>
            </a:r>
          </a:p>
          <a:p>
            <a:endParaRPr lang="en-US" sz="30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679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FAFD5-AA9D-514A-B544-ACEB64A2952C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2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9244" y="1210059"/>
            <a:ext cx="94530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going Enhancements and Status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Issues and Status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Points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Road 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on Cloud Strategy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10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B862BB74-7B20-44CA-BAB1-F77A4831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7374"/>
            <a:ext cx="10972800" cy="65449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going Enhancements and Status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78991"/>
              </p:ext>
            </p:extLst>
          </p:nvPr>
        </p:nvGraphicFramePr>
        <p:xfrm>
          <a:off x="762488" y="1296242"/>
          <a:ext cx="10969967" cy="4244962"/>
        </p:xfrm>
        <a:graphic>
          <a:graphicData uri="http://schemas.openxmlformats.org/drawingml/2006/table">
            <a:tbl>
              <a:tblPr firstRow="1" bandRow="1"/>
              <a:tblGrid>
                <a:gridCol w="1361734"/>
                <a:gridCol w="1069144"/>
                <a:gridCol w="1156902"/>
                <a:gridCol w="697755"/>
                <a:gridCol w="1282360"/>
                <a:gridCol w="1167697"/>
                <a:gridCol w="773723"/>
                <a:gridCol w="1139483"/>
                <a:gridCol w="1069145"/>
                <a:gridCol w="1252024"/>
              </a:tblGrid>
              <a:tr h="40594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Application 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Module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 FPR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5169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Initiated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UAT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UAT signoff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Production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84406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Productivity Application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application Revamp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Complete application Revamp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Abhijeet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Progress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Website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Abhijeet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48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48"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70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4">
            <a:extLst>
              <a:ext uri="{FF2B5EF4-FFF2-40B4-BE49-F238E27FC236}">
                <a16:creationId xmlns:a16="http://schemas.microsoft.com/office/drawing/2014/main" xmlns="" id="{A4909BB2-863C-42E6-8189-9275AB88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7374"/>
            <a:ext cx="10972800" cy="65449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Issues and Status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13331"/>
              </p:ext>
            </p:extLst>
          </p:nvPr>
        </p:nvGraphicFramePr>
        <p:xfrm>
          <a:off x="762489" y="1296243"/>
          <a:ext cx="10819913" cy="3189288"/>
        </p:xfrm>
        <a:graphic>
          <a:graphicData uri="http://schemas.openxmlformats.org/drawingml/2006/table">
            <a:tbl>
              <a:tblPr firstRow="1" bandRow="1"/>
              <a:tblGrid>
                <a:gridCol w="1683098"/>
                <a:gridCol w="792046"/>
                <a:gridCol w="1112636"/>
                <a:gridCol w="697755"/>
                <a:gridCol w="1282360"/>
                <a:gridCol w="1320076"/>
                <a:gridCol w="888630"/>
                <a:gridCol w="1181686"/>
                <a:gridCol w="1220445"/>
                <a:gridCol w="641181"/>
              </a:tblGrid>
              <a:tr h="31377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Application 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Module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 FPR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7184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Initiated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UAT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UAT signoff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Production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863888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888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888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65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4">
            <a:extLst>
              <a:ext uri="{FF2B5EF4-FFF2-40B4-BE49-F238E27FC236}">
                <a16:creationId xmlns:a16="http://schemas.microsoft.com/office/drawing/2014/main" xmlns="" id="{F3EC527F-B747-4A06-AF35-DA209873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2" y="372296"/>
            <a:ext cx="10972800" cy="65449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Compliance – Status 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6034F4D-A6D8-4661-8139-FD05C5673019}"/>
              </a:ext>
            </a:extLst>
          </p:cNvPr>
          <p:cNvSpPr txBox="1"/>
          <p:nvPr/>
        </p:nvSpPr>
        <p:spPr>
          <a:xfrm flipH="1">
            <a:off x="491612" y="1268362"/>
            <a:ext cx="21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Audit Observations</a:t>
            </a:r>
            <a:endParaRPr lang="en-IN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B6DDFDD0-F55E-4062-B21A-DAE62EF19758}"/>
              </a:ext>
            </a:extLst>
          </p:cNvPr>
          <p:cNvSpPr txBox="1"/>
          <p:nvPr/>
        </p:nvSpPr>
        <p:spPr>
          <a:xfrm flipH="1">
            <a:off x="491611" y="3244334"/>
            <a:ext cx="2151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Compliance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112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F711C79C-0809-419F-9F9E-2D4AD879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Road Map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518454"/>
              </p:ext>
            </p:extLst>
          </p:nvPr>
        </p:nvGraphicFramePr>
        <p:xfrm>
          <a:off x="762486" y="1495740"/>
          <a:ext cx="10955902" cy="4162425"/>
        </p:xfrm>
        <a:graphic>
          <a:graphicData uri="http://schemas.openxmlformats.org/drawingml/2006/table">
            <a:tbl>
              <a:tblPr firstRow="1" bandRow="1"/>
              <a:tblGrid>
                <a:gridCol w="1881458"/>
                <a:gridCol w="1259071"/>
                <a:gridCol w="1730998"/>
                <a:gridCol w="1165249"/>
                <a:gridCol w="1549530"/>
                <a:gridCol w="1600354"/>
                <a:gridCol w="1769242"/>
              </a:tblGrid>
              <a:tr h="2807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Tech FPR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6333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Initiated 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UAT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UAT signoff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Production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77306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Deploying</a:t>
                      </a:r>
                      <a:r>
                        <a:rPr lang="en-IN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Internal Applications on Linux server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Netravathi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Under</a:t>
                      </a:r>
                      <a:r>
                        <a:rPr lang="en-IN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implementation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306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Integration</a:t>
                      </a:r>
                      <a:r>
                        <a:rPr lang="en-IN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Internal applications with postgresql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Harika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Under</a:t>
                      </a:r>
                      <a:r>
                        <a:rPr lang="en-IN" sz="1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implementation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3063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Converting Gurukul application platform from Android to Flutter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IN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Abhijeet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367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F711C79C-0809-419F-9F9E-2D4AD879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on Cloud Movement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32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605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>
      <p:transition advTm="5000"/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154358</TotalTime>
  <Words>95</Words>
  <Application>Microsoft Office PowerPoint</Application>
  <PresentationFormat>Widescreen</PresentationFormat>
  <Paragraphs>139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Calibri</vt:lpstr>
      <vt:lpstr>Frutiger LT 57 Cn</vt:lpstr>
      <vt:lpstr>Garamond</vt:lpstr>
      <vt:lpstr>Times New Roman</vt:lpstr>
      <vt:lpstr>Wingdings</vt:lpstr>
      <vt:lpstr>1_Office Theme</vt:lpstr>
      <vt:lpstr>2_Office Theme</vt:lpstr>
      <vt:lpstr>7_Office Theme</vt:lpstr>
      <vt:lpstr>10_Office Theme</vt:lpstr>
      <vt:lpstr>11_Office Theme</vt:lpstr>
      <vt:lpstr>Office Theme</vt:lpstr>
      <vt:lpstr>70_Office Theme</vt:lpstr>
      <vt:lpstr>PowerPoint Presentation</vt:lpstr>
      <vt:lpstr>Agenda</vt:lpstr>
      <vt:lpstr>On going Enhancements and Status </vt:lpstr>
      <vt:lpstr>Production Issues and Status </vt:lpstr>
      <vt:lpstr>Security and Compliance – Status </vt:lpstr>
      <vt:lpstr>Future Road Map</vt:lpstr>
      <vt:lpstr>Status on Cloud Movement</vt:lpstr>
      <vt:lpstr>Thank You</vt:lpstr>
    </vt:vector>
  </TitlesOfParts>
  <Company>Seventh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Suneel yadav</dc:creator>
  <cp:lastModifiedBy>Manchuri Harika </cp:lastModifiedBy>
  <cp:revision>5468</cp:revision>
  <cp:lastPrinted>2021-04-01T11:42:31Z</cp:lastPrinted>
  <dcterms:created xsi:type="dcterms:W3CDTF">2015-07-06T09:23:39Z</dcterms:created>
  <dcterms:modified xsi:type="dcterms:W3CDTF">2023-10-16T12:06:47Z</dcterms:modified>
</cp:coreProperties>
</file>